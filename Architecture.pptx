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3.pn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1" r:id="rId4"/>
    <p:sldId id="260" r:id="rId5"/>
    <p:sldId id="258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41D"/>
    <a:srgbClr val="FFC000"/>
    <a:srgbClr val="FFCC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1781F-69D8-452C-9188-5390A9B07EFB}" v="84" dt="2026-01-10T09:36:18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Buhler" userId="14f46da4-49e4-41bd-96f6-4700e7f0a15a" providerId="ADAL" clId="{D3F6671E-8DC8-4B46-97D2-967EACF9441C}"/>
    <pc:docChg chg="undo custSel addSld delSld modSld sldOrd">
      <pc:chgData name="Martin Buhler" userId="14f46da4-49e4-41bd-96f6-4700e7f0a15a" providerId="ADAL" clId="{D3F6671E-8DC8-4B46-97D2-967EACF9441C}" dt="2026-01-10T09:36:18.318" v="2437" actId="14100"/>
      <pc:docMkLst>
        <pc:docMk/>
      </pc:docMkLst>
      <pc:sldChg chg="new del ord">
        <pc:chgData name="Martin Buhler" userId="14f46da4-49e4-41bd-96f6-4700e7f0a15a" providerId="ADAL" clId="{D3F6671E-8DC8-4B46-97D2-967EACF9441C}" dt="2026-01-10T08:12:10.864" v="2102" actId="47"/>
        <pc:sldMkLst>
          <pc:docMk/>
          <pc:sldMk cId="3713724639" sldId="262"/>
        </pc:sldMkLst>
      </pc:sldChg>
      <pc:sldChg chg="addSp delSp modSp add mod">
        <pc:chgData name="Martin Buhler" userId="14f46da4-49e4-41bd-96f6-4700e7f0a15a" providerId="ADAL" clId="{D3F6671E-8DC8-4B46-97D2-967EACF9441C}" dt="2026-01-10T09:36:18.318" v="2437" actId="14100"/>
        <pc:sldMkLst>
          <pc:docMk/>
          <pc:sldMk cId="53702844" sldId="263"/>
        </pc:sldMkLst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2" creationId="{598272C2-446A-2404-BA25-EE92F83C082C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4" creationId="{94DFE3C7-8974-F857-3E40-E0C94A068FFF}"/>
          </ac:spMkLst>
        </pc:spChg>
        <pc:spChg chg="mod">
          <ac:chgData name="Martin Buhler" userId="14f46da4-49e4-41bd-96f6-4700e7f0a15a" providerId="ADAL" clId="{D3F6671E-8DC8-4B46-97D2-967EACF9441C}" dt="2026-01-10T08:19:30.705" v="2143" actId="1076"/>
          <ac:spMkLst>
            <pc:docMk/>
            <pc:sldMk cId="53702844" sldId="263"/>
            <ac:spMk id="5" creationId="{E39B6A45-1FD2-DD87-206B-D2ECAA332996}"/>
          </ac:spMkLst>
        </pc:spChg>
        <pc:spChg chg="mod">
          <ac:chgData name="Martin Buhler" userId="14f46da4-49e4-41bd-96f6-4700e7f0a15a" providerId="ADAL" clId="{D3F6671E-8DC8-4B46-97D2-967EACF9441C}" dt="2026-01-10T08:19:34.967" v="2146" actId="1076"/>
          <ac:spMkLst>
            <pc:docMk/>
            <pc:sldMk cId="53702844" sldId="263"/>
            <ac:spMk id="6" creationId="{4BF3460D-4351-A84A-52D6-483916147811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7" creationId="{DFB20E2F-D3F5-1662-2CCB-5FD8320F6433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9" creationId="{C8AE57AE-5E25-F559-8203-EF825ECDCB6D}"/>
          </ac:spMkLst>
        </pc:spChg>
        <pc:spChg chg="mod">
          <ac:chgData name="Martin Buhler" userId="14f46da4-49e4-41bd-96f6-4700e7f0a15a" providerId="ADAL" clId="{D3F6671E-8DC8-4B46-97D2-967EACF9441C}" dt="2026-01-10T08:19:50.193" v="2152" actId="1076"/>
          <ac:spMkLst>
            <pc:docMk/>
            <pc:sldMk cId="53702844" sldId="263"/>
            <ac:spMk id="10" creationId="{60A10FB7-D10E-72BC-119C-43A7AE1BF15F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11" creationId="{242B829C-834E-2648-FE80-D70F1CE8C8E5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12" creationId="{36DE0CC3-8CC4-B315-CEB7-76B7061389A7}"/>
          </ac:spMkLst>
        </pc:spChg>
        <pc:spChg chg="mod">
          <ac:chgData name="Martin Buhler" userId="14f46da4-49e4-41bd-96f6-4700e7f0a15a" providerId="ADAL" clId="{D3F6671E-8DC8-4B46-97D2-967EACF9441C}" dt="2026-01-10T09:16:45.348" v="2428" actId="1076"/>
          <ac:spMkLst>
            <pc:docMk/>
            <pc:sldMk cId="53702844" sldId="263"/>
            <ac:spMk id="14" creationId="{8DBF4F4F-01CE-48F4-9F84-6213A7916440}"/>
          </ac:spMkLst>
        </pc:spChg>
        <pc:spChg chg="mod">
          <ac:chgData name="Martin Buhler" userId="14f46da4-49e4-41bd-96f6-4700e7f0a15a" providerId="ADAL" clId="{D3F6671E-8DC8-4B46-97D2-967EACF9441C}" dt="2026-01-10T08:28:56.050" v="2302" actId="1038"/>
          <ac:spMkLst>
            <pc:docMk/>
            <pc:sldMk cId="53702844" sldId="263"/>
            <ac:spMk id="15" creationId="{F8B0697C-B1B7-B782-A1F3-2667A2582618}"/>
          </ac:spMkLst>
        </pc:spChg>
        <pc:spChg chg="add mod">
          <ac:chgData name="Martin Buhler" userId="14f46da4-49e4-41bd-96f6-4700e7f0a15a" providerId="ADAL" clId="{D3F6671E-8DC8-4B46-97D2-967EACF9441C}" dt="2026-01-10T09:16:51.175" v="2429" actId="14100"/>
          <ac:spMkLst>
            <pc:docMk/>
            <pc:sldMk cId="53702844" sldId="263"/>
            <ac:spMk id="18" creationId="{66236E6F-8612-13B9-2CD9-808A81B71B7E}"/>
          </ac:spMkLst>
        </pc:spChg>
        <pc:spChg chg="add del mod">
          <ac:chgData name="Martin Buhler" userId="14f46da4-49e4-41bd-96f6-4700e7f0a15a" providerId="ADAL" clId="{D3F6671E-8DC8-4B46-97D2-967EACF9441C}" dt="2026-01-10T08:25:58.733" v="2192" actId="478"/>
          <ac:spMkLst>
            <pc:docMk/>
            <pc:sldMk cId="53702844" sldId="263"/>
            <ac:spMk id="19" creationId="{A1757B8C-F40F-A5D3-AB79-0418D66FF5A4}"/>
          </ac:spMkLst>
        </pc:spChg>
        <pc:spChg chg="add mod">
          <ac:chgData name="Martin Buhler" userId="14f46da4-49e4-41bd-96f6-4700e7f0a15a" providerId="ADAL" clId="{D3F6671E-8DC8-4B46-97D2-967EACF9441C}" dt="2026-01-10T08:26:43.180" v="2208" actId="14100"/>
          <ac:spMkLst>
            <pc:docMk/>
            <pc:sldMk cId="53702844" sldId="263"/>
            <ac:spMk id="21" creationId="{3E865DE4-0C03-8F66-B7AF-D1159FE453A0}"/>
          </ac:spMkLst>
        </pc:spChg>
        <pc:spChg chg="add mod">
          <ac:chgData name="Martin Buhler" userId="14f46da4-49e4-41bd-96f6-4700e7f0a15a" providerId="ADAL" clId="{D3F6671E-8DC8-4B46-97D2-967EACF9441C}" dt="2026-01-10T08:26:37.770" v="2205" actId="1076"/>
          <ac:spMkLst>
            <pc:docMk/>
            <pc:sldMk cId="53702844" sldId="263"/>
            <ac:spMk id="23" creationId="{7AC416EE-168C-277B-6C87-D3EC82C5BD60}"/>
          </ac:spMkLst>
        </pc:spChg>
        <pc:spChg chg="add mod">
          <ac:chgData name="Martin Buhler" userId="14f46da4-49e4-41bd-96f6-4700e7f0a15a" providerId="ADAL" clId="{D3F6671E-8DC8-4B46-97D2-967EACF9441C}" dt="2026-01-10T08:27:48.281" v="2243" actId="1076"/>
          <ac:spMkLst>
            <pc:docMk/>
            <pc:sldMk cId="53702844" sldId="263"/>
            <ac:spMk id="25" creationId="{4F38FA0B-B6F5-861A-D343-D19C7BCA7C8B}"/>
          </ac:spMkLst>
        </pc:spChg>
        <pc:spChg chg="add mod">
          <ac:chgData name="Martin Buhler" userId="14f46da4-49e4-41bd-96f6-4700e7f0a15a" providerId="ADAL" clId="{D3F6671E-8DC8-4B46-97D2-967EACF9441C}" dt="2026-01-10T08:28:49.498" v="2279" actId="20577"/>
          <ac:spMkLst>
            <pc:docMk/>
            <pc:sldMk cId="53702844" sldId="263"/>
            <ac:spMk id="27" creationId="{2FE2068F-0B35-0E45-0614-5B086BBA1BCE}"/>
          </ac:spMkLst>
        </pc:spChg>
        <pc:spChg chg="add mod">
          <ac:chgData name="Martin Buhler" userId="14f46da4-49e4-41bd-96f6-4700e7f0a15a" providerId="ADAL" clId="{D3F6671E-8DC8-4B46-97D2-967EACF9441C}" dt="2026-01-10T08:29:30.968" v="2321" actId="20577"/>
          <ac:spMkLst>
            <pc:docMk/>
            <pc:sldMk cId="53702844" sldId="263"/>
            <ac:spMk id="29" creationId="{CE00B12E-2444-58C6-6F1B-9825F772B551}"/>
          </ac:spMkLst>
        </pc:spChg>
        <pc:spChg chg="add mod">
          <ac:chgData name="Martin Buhler" userId="14f46da4-49e4-41bd-96f6-4700e7f0a15a" providerId="ADAL" clId="{D3F6671E-8DC8-4B46-97D2-967EACF9441C}" dt="2026-01-10T08:30:45.552" v="2357" actId="1076"/>
          <ac:spMkLst>
            <pc:docMk/>
            <pc:sldMk cId="53702844" sldId="263"/>
            <ac:spMk id="32" creationId="{3E9E9786-DE5F-31F3-CACA-805EDE35BACC}"/>
          </ac:spMkLst>
        </pc:spChg>
        <pc:spChg chg="add mod">
          <ac:chgData name="Martin Buhler" userId="14f46da4-49e4-41bd-96f6-4700e7f0a15a" providerId="ADAL" clId="{D3F6671E-8DC8-4B46-97D2-967EACF9441C}" dt="2026-01-10T08:30:45.552" v="2357" actId="1076"/>
          <ac:spMkLst>
            <pc:docMk/>
            <pc:sldMk cId="53702844" sldId="263"/>
            <ac:spMk id="34" creationId="{54512736-4AB3-FEA6-EF95-0D7E0483A965}"/>
          </ac:spMkLst>
        </pc:spChg>
        <pc:spChg chg="add mod">
          <ac:chgData name="Martin Buhler" userId="14f46da4-49e4-41bd-96f6-4700e7f0a15a" providerId="ADAL" clId="{D3F6671E-8DC8-4B46-97D2-967EACF9441C}" dt="2026-01-10T08:30:56.429" v="2371" actId="20577"/>
          <ac:spMkLst>
            <pc:docMk/>
            <pc:sldMk cId="53702844" sldId="263"/>
            <ac:spMk id="36" creationId="{1F755C3A-2287-16C2-E896-AF187B73EC2E}"/>
          </ac:spMkLst>
        </pc:spChg>
        <pc:spChg chg="mod">
          <ac:chgData name="Martin Buhler" userId="14f46da4-49e4-41bd-96f6-4700e7f0a15a" providerId="ADAL" clId="{D3F6671E-8DC8-4B46-97D2-967EACF9441C}" dt="2026-01-10T08:19:50.193" v="2152" actId="1076"/>
          <ac:spMkLst>
            <pc:docMk/>
            <pc:sldMk cId="53702844" sldId="263"/>
            <ac:spMk id="40" creationId="{B9374897-2B6B-9ED3-8AF3-7C5548A53628}"/>
          </ac:spMkLst>
        </pc:spChg>
        <pc:spChg chg="add mod">
          <ac:chgData name="Martin Buhler" userId="14f46da4-49e4-41bd-96f6-4700e7f0a15a" providerId="ADAL" clId="{D3F6671E-8DC8-4B46-97D2-967EACF9441C}" dt="2026-01-10T09:03:30.434" v="2391" actId="20577"/>
          <ac:spMkLst>
            <pc:docMk/>
            <pc:sldMk cId="53702844" sldId="263"/>
            <ac:spMk id="41" creationId="{75971BDA-E6C9-7C67-BE00-F24052BA2E93}"/>
          </ac:spMkLst>
        </pc:spChg>
        <pc:spChg chg="add mod">
          <ac:chgData name="Martin Buhler" userId="14f46da4-49e4-41bd-96f6-4700e7f0a15a" providerId="ADAL" clId="{D3F6671E-8DC8-4B46-97D2-967EACF9441C}" dt="2026-01-10T09:16:30.743" v="2422" actId="1076"/>
          <ac:spMkLst>
            <pc:docMk/>
            <pc:sldMk cId="53702844" sldId="263"/>
            <ac:spMk id="43" creationId="{5130F52B-BFD9-BF7F-D328-04970B585CBC}"/>
          </ac:spMkLst>
        </pc:spChg>
        <pc:spChg chg="add mod">
          <ac:chgData name="Martin Buhler" userId="14f46da4-49e4-41bd-96f6-4700e7f0a15a" providerId="ADAL" clId="{D3F6671E-8DC8-4B46-97D2-967EACF9441C}" dt="2026-01-10T09:15:58.292" v="2414" actId="20577"/>
          <ac:spMkLst>
            <pc:docMk/>
            <pc:sldMk cId="53702844" sldId="263"/>
            <ac:spMk id="45" creationId="{DE9CE748-FE8D-2A74-FD87-13C89E9DBD90}"/>
          </ac:spMkLst>
        </pc:spChg>
        <pc:spChg chg="mod">
          <ac:chgData name="Martin Buhler" userId="14f46da4-49e4-41bd-96f6-4700e7f0a15a" providerId="ADAL" clId="{D3F6671E-8DC8-4B46-97D2-967EACF9441C}" dt="2026-01-10T09:16:22.027" v="2417" actId="1076"/>
          <ac:spMkLst>
            <pc:docMk/>
            <pc:sldMk cId="53702844" sldId="263"/>
            <ac:spMk id="51" creationId="{91AC10E0-B6F3-F62C-E831-C834B648C91B}"/>
          </ac:spMkLst>
        </pc:spChg>
        <pc:picChg chg="add mod">
          <ac:chgData name="Martin Buhler" userId="14f46da4-49e4-41bd-96f6-4700e7f0a15a" providerId="ADAL" clId="{D3F6671E-8DC8-4B46-97D2-967EACF9441C}" dt="2026-01-10T08:20:57.040" v="2180" actId="1076"/>
          <ac:picMkLst>
            <pc:docMk/>
            <pc:sldMk cId="53702844" sldId="263"/>
            <ac:picMk id="3" creationId="{43D6A19A-C351-A195-CBB7-3F1F3895081E}"/>
          </ac:picMkLst>
        </pc:picChg>
        <pc:picChg chg="mod">
          <ac:chgData name="Martin Buhler" userId="14f46da4-49e4-41bd-96f6-4700e7f0a15a" providerId="ADAL" clId="{D3F6671E-8DC8-4B46-97D2-967EACF9441C}" dt="2026-01-10T08:19:31.769" v="2144" actId="1076"/>
          <ac:picMkLst>
            <pc:docMk/>
            <pc:sldMk cId="53702844" sldId="263"/>
            <ac:picMk id="8" creationId="{F5A1BB87-822F-32D0-FAC7-89DF9538B78D}"/>
          </ac:picMkLst>
        </pc:picChg>
        <pc:picChg chg="add mod">
          <ac:chgData name="Martin Buhler" userId="14f46da4-49e4-41bd-96f6-4700e7f0a15a" providerId="ADAL" clId="{D3F6671E-8DC8-4B46-97D2-967EACF9441C}" dt="2026-01-10T09:16:54.989" v="2431" actId="1076"/>
          <ac:picMkLst>
            <pc:docMk/>
            <pc:sldMk cId="53702844" sldId="263"/>
            <ac:picMk id="17" creationId="{95D6ACB3-7A4F-83D7-A4DB-D19848A25A88}"/>
          </ac:picMkLst>
        </pc:picChg>
        <pc:picChg chg="add mod">
          <ac:chgData name="Martin Buhler" userId="14f46da4-49e4-41bd-96f6-4700e7f0a15a" providerId="ADAL" clId="{D3F6671E-8DC8-4B46-97D2-967EACF9441C}" dt="2026-01-10T08:26:40.696" v="2206" actId="1076"/>
          <ac:picMkLst>
            <pc:docMk/>
            <pc:sldMk cId="53702844" sldId="263"/>
            <ac:picMk id="20" creationId="{95C07FAA-93BE-1899-6450-6E2F9897DB14}"/>
          </ac:picMkLst>
        </pc:picChg>
        <pc:picChg chg="add mod">
          <ac:chgData name="Martin Buhler" userId="14f46da4-49e4-41bd-96f6-4700e7f0a15a" providerId="ADAL" clId="{D3F6671E-8DC8-4B46-97D2-967EACF9441C}" dt="2026-01-10T08:26:59.920" v="2213" actId="1076"/>
          <ac:picMkLst>
            <pc:docMk/>
            <pc:sldMk cId="53702844" sldId="263"/>
            <ac:picMk id="22" creationId="{E9D6C3E8-8D6C-C85E-5BDA-F96412B8CFBB}"/>
          </ac:picMkLst>
        </pc:picChg>
        <pc:picChg chg="add mod">
          <ac:chgData name="Martin Buhler" userId="14f46da4-49e4-41bd-96f6-4700e7f0a15a" providerId="ADAL" clId="{D3F6671E-8DC8-4B46-97D2-967EACF9441C}" dt="2026-01-10T09:22:42.673" v="2432" actId="1076"/>
          <ac:picMkLst>
            <pc:docMk/>
            <pc:sldMk cId="53702844" sldId="263"/>
            <ac:picMk id="24" creationId="{E17E1F33-87F4-4923-AF30-D26A03F36463}"/>
          </ac:picMkLst>
        </pc:picChg>
        <pc:picChg chg="add mod">
          <ac:chgData name="Martin Buhler" userId="14f46da4-49e4-41bd-96f6-4700e7f0a15a" providerId="ADAL" clId="{D3F6671E-8DC8-4B46-97D2-967EACF9441C}" dt="2026-01-10T08:28:01.072" v="2245" actId="14100"/>
          <ac:picMkLst>
            <pc:docMk/>
            <pc:sldMk cId="53702844" sldId="263"/>
            <ac:picMk id="26" creationId="{25AC7FD5-42F5-BD9B-8069-2843785855DC}"/>
          </ac:picMkLst>
        </pc:picChg>
        <pc:picChg chg="add mod">
          <ac:chgData name="Martin Buhler" userId="14f46da4-49e4-41bd-96f6-4700e7f0a15a" providerId="ADAL" clId="{D3F6671E-8DC8-4B46-97D2-967EACF9441C}" dt="2026-01-10T08:29:06.529" v="2306" actId="1076"/>
          <ac:picMkLst>
            <pc:docMk/>
            <pc:sldMk cId="53702844" sldId="263"/>
            <ac:picMk id="28" creationId="{19592800-E569-8EB6-BA7E-321FFDACC598}"/>
          </ac:picMkLst>
        </pc:picChg>
        <pc:picChg chg="mod">
          <ac:chgData name="Martin Buhler" userId="14f46da4-49e4-41bd-96f6-4700e7f0a15a" providerId="ADAL" clId="{D3F6671E-8DC8-4B46-97D2-967EACF9441C}" dt="2026-01-10T08:13:30.702" v="2121" actId="1076"/>
          <ac:picMkLst>
            <pc:docMk/>
            <pc:sldMk cId="53702844" sldId="263"/>
            <ac:picMk id="30" creationId="{99CE875F-3B3E-9490-3BD8-CABF204594AA}"/>
          </ac:picMkLst>
        </pc:picChg>
        <pc:picChg chg="add mod">
          <ac:chgData name="Martin Buhler" userId="14f46da4-49e4-41bd-96f6-4700e7f0a15a" providerId="ADAL" clId="{D3F6671E-8DC8-4B46-97D2-967EACF9441C}" dt="2026-01-10T08:30:45.552" v="2357" actId="1076"/>
          <ac:picMkLst>
            <pc:docMk/>
            <pc:sldMk cId="53702844" sldId="263"/>
            <ac:picMk id="31" creationId="{B491AF45-503C-7EF2-9556-42524F127609}"/>
          </ac:picMkLst>
        </pc:picChg>
        <pc:picChg chg="add mod">
          <ac:chgData name="Martin Buhler" userId="14f46da4-49e4-41bd-96f6-4700e7f0a15a" providerId="ADAL" clId="{D3F6671E-8DC8-4B46-97D2-967EACF9441C}" dt="2026-01-10T08:30:45.552" v="2357" actId="1076"/>
          <ac:picMkLst>
            <pc:docMk/>
            <pc:sldMk cId="53702844" sldId="263"/>
            <ac:picMk id="33" creationId="{C4D164C9-D8E3-A6AC-857F-8C621F1E3366}"/>
          </ac:picMkLst>
        </pc:picChg>
        <pc:picChg chg="add mod">
          <ac:chgData name="Martin Buhler" userId="14f46da4-49e4-41bd-96f6-4700e7f0a15a" providerId="ADAL" clId="{D3F6671E-8DC8-4B46-97D2-967EACF9441C}" dt="2026-01-10T08:30:49.985" v="2359" actId="1076"/>
          <ac:picMkLst>
            <pc:docMk/>
            <pc:sldMk cId="53702844" sldId="263"/>
            <ac:picMk id="35" creationId="{A0225C35-C682-E381-21B9-79DF63247F9C}"/>
          </ac:picMkLst>
        </pc:picChg>
        <pc:picChg chg="add del mod">
          <ac:chgData name="Martin Buhler" userId="14f46da4-49e4-41bd-96f6-4700e7f0a15a" providerId="ADAL" clId="{D3F6671E-8DC8-4B46-97D2-967EACF9441C}" dt="2026-01-10T09:03:19.820" v="2378" actId="478"/>
          <ac:picMkLst>
            <pc:docMk/>
            <pc:sldMk cId="53702844" sldId="263"/>
            <ac:picMk id="37" creationId="{455878D4-D8D0-0C89-5EA7-E368274A7A4A}"/>
          </ac:picMkLst>
        </pc:picChg>
        <pc:picChg chg="add mod">
          <ac:chgData name="Martin Buhler" userId="14f46da4-49e4-41bd-96f6-4700e7f0a15a" providerId="ADAL" clId="{D3F6671E-8DC8-4B46-97D2-967EACF9441C}" dt="2026-01-10T09:03:13.829" v="2377" actId="1076"/>
          <ac:picMkLst>
            <pc:docMk/>
            <pc:sldMk cId="53702844" sldId="263"/>
            <ac:picMk id="38" creationId="{4125F774-24ED-1570-31FB-764F4AC6E130}"/>
          </ac:picMkLst>
        </pc:picChg>
        <pc:picChg chg="add mod">
          <ac:chgData name="Martin Buhler" userId="14f46da4-49e4-41bd-96f6-4700e7f0a15a" providerId="ADAL" clId="{D3F6671E-8DC8-4B46-97D2-967EACF9441C}" dt="2026-01-10T09:03:24.759" v="2381" actId="1076"/>
          <ac:picMkLst>
            <pc:docMk/>
            <pc:sldMk cId="53702844" sldId="263"/>
            <ac:picMk id="39" creationId="{B6B2AEBC-540B-C622-F826-6056E8104D05}"/>
          </ac:picMkLst>
        </pc:picChg>
        <pc:picChg chg="add mod">
          <ac:chgData name="Martin Buhler" userId="14f46da4-49e4-41bd-96f6-4700e7f0a15a" providerId="ADAL" clId="{D3F6671E-8DC8-4B46-97D2-967EACF9441C}" dt="2026-01-10T09:16:32.093" v="2423" actId="1076"/>
          <ac:picMkLst>
            <pc:docMk/>
            <pc:sldMk cId="53702844" sldId="263"/>
            <ac:picMk id="42" creationId="{3655F437-19B1-792F-9E91-F256FCEEB05C}"/>
          </ac:picMkLst>
        </pc:picChg>
        <pc:picChg chg="add mod">
          <ac:chgData name="Martin Buhler" userId="14f46da4-49e4-41bd-96f6-4700e7f0a15a" providerId="ADAL" clId="{D3F6671E-8DC8-4B46-97D2-967EACF9441C}" dt="2026-01-10T09:16:02.254" v="2415" actId="1076"/>
          <ac:picMkLst>
            <pc:docMk/>
            <pc:sldMk cId="53702844" sldId="263"/>
            <ac:picMk id="44" creationId="{81FC8836-020B-50A2-77CE-873CFAC24521}"/>
          </ac:picMkLst>
        </pc:picChg>
        <pc:picChg chg="del">
          <ac:chgData name="Martin Buhler" userId="14f46da4-49e4-41bd-96f6-4700e7f0a15a" providerId="ADAL" clId="{D3F6671E-8DC8-4B46-97D2-967EACF9441C}" dt="2026-01-10T08:12:31.482" v="2104" actId="478"/>
          <ac:picMkLst>
            <pc:docMk/>
            <pc:sldMk cId="53702844" sldId="263"/>
            <ac:picMk id="52" creationId="{FE2F2203-D6AD-B3BD-AC24-F78A7132FDE1}"/>
          </ac:picMkLst>
        </pc:picChg>
        <pc:picChg chg="mod">
          <ac:chgData name="Martin Buhler" userId="14f46da4-49e4-41bd-96f6-4700e7f0a15a" providerId="ADAL" clId="{D3F6671E-8DC8-4B46-97D2-967EACF9441C}" dt="2026-01-10T09:16:28.580" v="2421" actId="1076"/>
          <ac:picMkLst>
            <pc:docMk/>
            <pc:sldMk cId="53702844" sldId="263"/>
            <ac:picMk id="1028" creationId="{40D6D7A0-A4F9-83D3-6ED6-744E46EF0B4F}"/>
          </ac:picMkLst>
        </pc:picChg>
        <pc:picChg chg="mod">
          <ac:chgData name="Martin Buhler" userId="14f46da4-49e4-41bd-96f6-4700e7f0a15a" providerId="ADAL" clId="{D3F6671E-8DC8-4B46-97D2-967EACF9441C}" dt="2026-01-10T08:19:18.321" v="2135" actId="688"/>
          <ac:picMkLst>
            <pc:docMk/>
            <pc:sldMk cId="53702844" sldId="263"/>
            <ac:picMk id="1030" creationId="{C13C0554-E7CF-B9F6-3512-AD30EF88440B}"/>
          </ac:picMkLst>
        </pc:picChg>
        <pc:picChg chg="mod">
          <ac:chgData name="Martin Buhler" userId="14f46da4-49e4-41bd-96f6-4700e7f0a15a" providerId="ADAL" clId="{D3F6671E-8DC8-4B46-97D2-967EACF9441C}" dt="2026-01-10T08:19:37.769" v="2148" actId="1076"/>
          <ac:picMkLst>
            <pc:docMk/>
            <pc:sldMk cId="53702844" sldId="263"/>
            <ac:picMk id="1032" creationId="{7FED88B3-606A-BA82-F1CC-41B8AC8A5E58}"/>
          </ac:picMkLst>
        </pc:picChg>
        <pc:picChg chg="mod">
          <ac:chgData name="Martin Buhler" userId="14f46da4-49e4-41bd-96f6-4700e7f0a15a" providerId="ADAL" clId="{D3F6671E-8DC8-4B46-97D2-967EACF9441C}" dt="2026-01-10T08:19:42.685" v="2150" actId="1076"/>
          <ac:picMkLst>
            <pc:docMk/>
            <pc:sldMk cId="53702844" sldId="263"/>
            <ac:picMk id="1036" creationId="{C9D2453C-3682-7C7E-1628-242131CBA41F}"/>
          </ac:picMkLst>
        </pc:picChg>
        <pc:picChg chg="mod">
          <ac:chgData name="Martin Buhler" userId="14f46da4-49e4-41bd-96f6-4700e7f0a15a" providerId="ADAL" clId="{D3F6671E-8DC8-4B46-97D2-967EACF9441C}" dt="2026-01-10T09:36:18.318" v="2437" actId="14100"/>
          <ac:picMkLst>
            <pc:docMk/>
            <pc:sldMk cId="53702844" sldId="263"/>
            <ac:picMk id="1048" creationId="{5FDAF025-1D05-DBB0-EC12-DECFCDC5ADF8}"/>
          </ac:picMkLst>
        </pc:picChg>
        <pc:picChg chg="mod">
          <ac:chgData name="Martin Buhler" userId="14f46da4-49e4-41bd-96f6-4700e7f0a15a" providerId="ADAL" clId="{D3F6671E-8DC8-4B46-97D2-967EACF9441C}" dt="2026-01-10T08:27:06.782" v="2214" actId="14100"/>
          <ac:picMkLst>
            <pc:docMk/>
            <pc:sldMk cId="53702844" sldId="263"/>
            <ac:picMk id="1050" creationId="{3C8AF6D6-514C-0736-CBFD-30BB010397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4F0B-29E4-57D6-1214-B31EC28A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1D2F0-EA8E-2CD4-9B55-62343ABBF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C8244-D7A4-ED7E-F518-7A9FC976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9483-8811-6EB0-609D-CFCAA1CF8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080D-944D-8AD2-1782-74F2AE24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7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7A99-73F2-B367-C2D4-30F877C6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097A6-3E42-B66E-1A32-B317D5195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FC003-A1CC-7915-295A-5F0297B9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C71EC-5EA9-7393-9FA2-1A2D575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33F5-E3D6-155F-FCC2-77509C4F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8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7C14-5DD9-48AA-6210-6AC309A4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EC54E-C48A-BB07-9C4E-AD70A5F32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1295-E7A8-3EC6-BA23-5C1E3AA9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E266F-29E3-B866-5014-D927F91D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64790-2DDE-1AAC-541A-6CACCC09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8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4531-CDAC-E75F-158F-F09132D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D143F-D8F8-0F23-B858-7328AD300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2F2D6-B3AF-BF8A-7488-4E96A228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E3DFC-B0AF-0FD7-50FA-4EA00A20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9B33C-0891-0593-A296-D392D1F5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006A-1BA7-99CF-A309-B3C1A7D6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5C98-4018-EA2C-9331-EA5FC49A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4F6D0-3D09-9EE4-8EFE-1F2666D0C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D1F3F-2EF1-A5F7-63F7-38DA2F350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86EBB-620B-677E-9B2D-A43023EDD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0993D-9FE6-F02F-3D5C-C94B0EFD5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F610D-1063-3972-9A2C-E91084F0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CC254-BB33-7AFF-2D09-2089F595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45974-8080-C918-59AA-A0596D02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6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FFB2-BB8A-1C65-2B30-E3DADF0D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7FC38-76F1-6381-8C7E-E0E90965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72676-EB53-2486-8854-F21B02CA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B9946-5A74-03AC-D6C6-742D57DA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4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1560B-121D-C4DE-9AC9-B87C1C99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1C034-7E12-1858-5902-8AC8AE4F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45E2-3374-FF81-C4AC-F5201BD6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7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C06A-14DF-DC99-8D2B-906962E8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2407-3370-9B84-E5BB-591088383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5B6D6-D928-18B5-C86A-EA90BBD98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69B8-0AA9-DD74-A1DF-72282665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63159-BA64-891F-AB7A-2AB0F1F7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84453-10B5-3098-A84D-DBD88CB0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7375-4442-7392-95E8-88980BEA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81827-5E55-8E9F-8CF2-CB1FA583A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F071-5582-3C9A-0A07-72CF5B156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AA18D-7DB6-7A8C-A48B-85C0BD8D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D8E65-D624-4338-9FD3-9FE0FACD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8DE69-2512-D180-9040-DC95C15A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2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448B-FF5D-A293-D03F-D35E505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A338-564D-5114-AE94-CB7CA3B56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4BE5E-011E-0CB2-941E-F1FD6047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EA2B2-B554-E223-9230-F999349A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DAA63-6558-0584-11AB-7DCE87F6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C1571-1C51-B58F-D583-202B0128D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4BEA4-2F81-F5CD-46E8-7F86F1EEB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746C7-03EC-B3A5-FB12-34DC90EC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AFA1-5C1B-1C73-29A6-698DFE24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4FAF1-59CC-0B7E-B8F5-101933B8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9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6EBCA-CF38-9C0D-3EC1-885F3EB8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5AB97-7CB8-167F-9AC2-02B3515AB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DBAE9-EBE1-B793-1578-6F584000B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20380-9633-476C-A85E-E38C43D0AD12}" type="datetimeFigureOut">
              <a:rPr lang="en-US" smtClean="0"/>
              <a:t>10.01.2026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290E2-69C9-DE04-F5C2-74C751D63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D4F0E-996C-76C8-0CE7-83D161C62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398BF-F8F5-45D8-997B-9B79BC287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lowchart: Magnetic Disk 39">
            <a:extLst>
              <a:ext uri="{FF2B5EF4-FFF2-40B4-BE49-F238E27FC236}">
                <a16:creationId xmlns:a16="http://schemas.microsoft.com/office/drawing/2014/main" id="{B9374897-2B6B-9ED3-8AF3-7C5548A53628}"/>
              </a:ext>
            </a:extLst>
          </p:cNvPr>
          <p:cNvSpPr/>
          <p:nvPr/>
        </p:nvSpPr>
        <p:spPr>
          <a:xfrm>
            <a:off x="3818431" y="3722648"/>
            <a:ext cx="827129" cy="579218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272C2-446A-2404-BA25-EE92F83C082C}"/>
              </a:ext>
            </a:extLst>
          </p:cNvPr>
          <p:cNvSpPr/>
          <p:nvPr/>
        </p:nvSpPr>
        <p:spPr>
          <a:xfrm>
            <a:off x="3558730" y="585216"/>
            <a:ext cx="5995531" cy="394542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FE3C7-8974-F857-3E40-E0C94A068FFF}"/>
              </a:ext>
            </a:extLst>
          </p:cNvPr>
          <p:cNvSpPr/>
          <p:nvPr/>
        </p:nvSpPr>
        <p:spPr>
          <a:xfrm>
            <a:off x="3648458" y="5995720"/>
            <a:ext cx="8129016" cy="277064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B6A45-1FD2-DD87-206B-D2ECAA332996}"/>
              </a:ext>
            </a:extLst>
          </p:cNvPr>
          <p:cNvSpPr/>
          <p:nvPr/>
        </p:nvSpPr>
        <p:spPr>
          <a:xfrm>
            <a:off x="3648457" y="5483013"/>
            <a:ext cx="5967491" cy="277061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WSL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3460D-4351-A84A-52D6-483916147811}"/>
              </a:ext>
            </a:extLst>
          </p:cNvPr>
          <p:cNvSpPr/>
          <p:nvPr/>
        </p:nvSpPr>
        <p:spPr>
          <a:xfrm>
            <a:off x="3601359" y="4942003"/>
            <a:ext cx="5967492" cy="28051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1BB87-822F-32D0-FAC7-89DF9538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6" y="5282659"/>
            <a:ext cx="763150" cy="60979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13C0554-E7CF-B9F6-3512-AD30EF88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110" y="5892449"/>
            <a:ext cx="760666" cy="76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FED88B3-606A-BA82-F1CC-41B8AC8A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111" y="4838424"/>
            <a:ext cx="444235" cy="44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zig - Discord Emoji">
            <a:extLst>
              <a:ext uri="{FF2B5EF4-FFF2-40B4-BE49-F238E27FC236}">
                <a16:creationId xmlns:a16="http://schemas.microsoft.com/office/drawing/2014/main" id="{5C3B3F9F-BED4-5310-7A6A-B46CF2B0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140" y="3768709"/>
            <a:ext cx="579218" cy="57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9D2453C-3682-7C7E-1628-242131CB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649" y="4779879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Jupyter – Wikipedie">
            <a:extLst>
              <a:ext uri="{FF2B5EF4-FFF2-40B4-BE49-F238E27FC236}">
                <a16:creationId xmlns:a16="http://schemas.microsoft.com/office/drawing/2014/main" id="{5FDAF025-1D05-DBB0-EC12-DECFCDC5A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115" y="2451291"/>
            <a:ext cx="397000" cy="46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ocker-icon - Free vector icons on creazilla.com">
            <a:extLst>
              <a:ext uri="{FF2B5EF4-FFF2-40B4-BE49-F238E27FC236}">
                <a16:creationId xmlns:a16="http://schemas.microsoft.com/office/drawing/2014/main" id="{3C8AF6D6-514C-0736-CBFD-30BB01039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53" y="4643215"/>
            <a:ext cx="533401" cy="38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AE57AE-5E25-F559-8203-EF825ECDCB6D}"/>
              </a:ext>
            </a:extLst>
          </p:cNvPr>
          <p:cNvSpPr txBox="1"/>
          <p:nvPr/>
        </p:nvSpPr>
        <p:spPr>
          <a:xfrm>
            <a:off x="3848375" y="3851611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LMDB</a:t>
            </a:r>
          </a:p>
        </p:txBody>
      </p:sp>
      <p:pic>
        <p:nvPicPr>
          <p:cNvPr id="13" name="Picture 18" descr="Python - Download free icons">
            <a:extLst>
              <a:ext uri="{FF2B5EF4-FFF2-40B4-BE49-F238E27FC236}">
                <a16:creationId xmlns:a16="http://schemas.microsoft.com/office/drawing/2014/main" id="{402A33F3-D541-A362-E8B6-8683703E5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858" y="2372104"/>
            <a:ext cx="827129" cy="8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Chrome Logo and symbol, meaning, history, PNG, brand">
            <a:extLst>
              <a:ext uri="{FF2B5EF4-FFF2-40B4-BE49-F238E27FC236}">
                <a16:creationId xmlns:a16="http://schemas.microsoft.com/office/drawing/2014/main" id="{99CE875F-3B3E-9490-3BD8-CABF20459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549" y="2115090"/>
            <a:ext cx="708500" cy="53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reamlit SVG and transparent PNG icons | TechIcons">
            <a:extLst>
              <a:ext uri="{FF2B5EF4-FFF2-40B4-BE49-F238E27FC236}">
                <a16:creationId xmlns:a16="http://schemas.microsoft.com/office/drawing/2014/main" id="{40D6D7A0-A4F9-83D3-6ED6-744E46EF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658" y="2062715"/>
            <a:ext cx="490327" cy="46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91AC10E0-B6F3-F62C-E831-C834B648C91B}"/>
              </a:ext>
            </a:extLst>
          </p:cNvPr>
          <p:cNvSpPr/>
          <p:nvPr/>
        </p:nvSpPr>
        <p:spPr>
          <a:xfrm rot="10800000">
            <a:off x="6063810" y="2591577"/>
            <a:ext cx="59936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DFB20E2F-D3F5-1662-2CCB-5FD8320F6433}"/>
              </a:ext>
            </a:extLst>
          </p:cNvPr>
          <p:cNvSpPr/>
          <p:nvPr/>
        </p:nvSpPr>
        <p:spPr>
          <a:xfrm rot="16200000">
            <a:off x="5451469" y="3446371"/>
            <a:ext cx="553140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60A10FB7-D10E-72BC-119C-43A7AE1BF15F}"/>
              </a:ext>
            </a:extLst>
          </p:cNvPr>
          <p:cNvSpPr/>
          <p:nvPr/>
        </p:nvSpPr>
        <p:spPr>
          <a:xfrm>
            <a:off x="4753147" y="3947818"/>
            <a:ext cx="48840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2B829C-834E-2648-FE80-D70F1CE8C8E5}"/>
              </a:ext>
            </a:extLst>
          </p:cNvPr>
          <p:cNvSpPr/>
          <p:nvPr/>
        </p:nvSpPr>
        <p:spPr>
          <a:xfrm rot="19181604">
            <a:off x="4696828" y="3406308"/>
            <a:ext cx="830196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6DE0CC3-8CC4-B315-CEB7-76B7061389A7}"/>
              </a:ext>
            </a:extLst>
          </p:cNvPr>
          <p:cNvSpPr/>
          <p:nvPr/>
        </p:nvSpPr>
        <p:spPr>
          <a:xfrm rot="8349470">
            <a:off x="4911336" y="3079751"/>
            <a:ext cx="356307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8DBF4F4F-01CE-48F4-9F84-6213A7916440}"/>
              </a:ext>
            </a:extLst>
          </p:cNvPr>
          <p:cNvSpPr/>
          <p:nvPr/>
        </p:nvSpPr>
        <p:spPr>
          <a:xfrm rot="5400000">
            <a:off x="6939562" y="3128653"/>
            <a:ext cx="414298" cy="240753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8B0697C-B1B7-B782-A1F3-2667A2582618}"/>
              </a:ext>
            </a:extLst>
          </p:cNvPr>
          <p:cNvSpPr/>
          <p:nvPr/>
        </p:nvSpPr>
        <p:spPr>
          <a:xfrm rot="8349470">
            <a:off x="4550881" y="3449514"/>
            <a:ext cx="260581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A1ED72-4FE5-4447-1674-8ABEB1EBCEDC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084261" flipH="1">
            <a:off x="4633380" y="3092846"/>
            <a:ext cx="337951" cy="483891"/>
          </a:xfrm>
          <a:prstGeom prst="rect">
            <a:avLst/>
          </a:prstGeom>
        </p:spPr>
      </p:pic>
      <p:pic>
        <p:nvPicPr>
          <p:cNvPr id="3" name="Picture 2" descr="PostgreSQL – Wikipedie">
            <a:extLst>
              <a:ext uri="{FF2B5EF4-FFF2-40B4-BE49-F238E27FC236}">
                <a16:creationId xmlns:a16="http://schemas.microsoft.com/office/drawing/2014/main" id="{43D6A19A-C351-A195-CBB7-3F1F389508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1258" y="3661861"/>
            <a:ext cx="538255" cy="555304"/>
          </a:xfrm>
          <a:prstGeom prst="rect">
            <a:avLst/>
          </a:prstGeom>
        </p:spPr>
      </p:pic>
      <p:pic>
        <p:nvPicPr>
          <p:cNvPr id="17" name="Picture 16" descr="SuperTokens">
            <a:extLst>
              <a:ext uri="{FF2B5EF4-FFF2-40B4-BE49-F238E27FC236}">
                <a16:creationId xmlns:a16="http://schemas.microsoft.com/office/drawing/2014/main" id="{95D6ACB3-7A4F-83D7-A4DB-D19848A25A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1674" y="963256"/>
            <a:ext cx="484275" cy="484275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66236E6F-8612-13B9-2CD9-808A81B71B7E}"/>
              </a:ext>
            </a:extLst>
          </p:cNvPr>
          <p:cNvSpPr/>
          <p:nvPr/>
        </p:nvSpPr>
        <p:spPr>
          <a:xfrm rot="16200000">
            <a:off x="6893417" y="1685014"/>
            <a:ext cx="470807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Picture 19" descr="QuantConnect · GitHub">
            <a:extLst>
              <a:ext uri="{FF2B5EF4-FFF2-40B4-BE49-F238E27FC236}">
                <a16:creationId xmlns:a16="http://schemas.microsoft.com/office/drawing/2014/main" id="{95C07FAA-93BE-1899-6450-6E2F9897DB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63879" y="1756453"/>
            <a:ext cx="537004" cy="537004"/>
          </a:xfrm>
          <a:prstGeom prst="rect">
            <a:avLst/>
          </a:prstGeom>
        </p:spPr>
      </p:pic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3E865DE4-0C03-8F66-B7AF-D1159FE453A0}"/>
              </a:ext>
            </a:extLst>
          </p:cNvPr>
          <p:cNvSpPr/>
          <p:nvPr/>
        </p:nvSpPr>
        <p:spPr>
          <a:xfrm flipH="1">
            <a:off x="4312932" y="2394151"/>
            <a:ext cx="827128" cy="461484"/>
          </a:xfrm>
          <a:prstGeom prst="bentUp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2" name="Picture 21" descr="IBKR GlobalTrader - Apps on Google Play">
            <a:extLst>
              <a:ext uri="{FF2B5EF4-FFF2-40B4-BE49-F238E27FC236}">
                <a16:creationId xmlns:a16="http://schemas.microsoft.com/office/drawing/2014/main" id="{E9D6C3E8-8D6C-C85E-5BDA-F96412B8CF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53423" y="941725"/>
            <a:ext cx="536935" cy="536935"/>
          </a:xfrm>
          <a:prstGeom prst="rect">
            <a:avLst/>
          </a:prstGeom>
        </p:spPr>
      </p:pic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7AC416EE-168C-277B-6C87-D3EC82C5BD60}"/>
              </a:ext>
            </a:extLst>
          </p:cNvPr>
          <p:cNvSpPr/>
          <p:nvPr/>
        </p:nvSpPr>
        <p:spPr>
          <a:xfrm rot="8360511">
            <a:off x="4743283" y="1563796"/>
            <a:ext cx="59936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4" name="Picture 23" descr="SuperTokens">
            <a:extLst>
              <a:ext uri="{FF2B5EF4-FFF2-40B4-BE49-F238E27FC236}">
                <a16:creationId xmlns:a16="http://schemas.microsoft.com/office/drawing/2014/main" id="{E17E1F33-87F4-4923-AF30-D26A03F364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193" y="732798"/>
            <a:ext cx="316302" cy="31630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F38FA0B-B6F5-861A-D343-D19C7BCA7C8B}"/>
              </a:ext>
            </a:extLst>
          </p:cNvPr>
          <p:cNvSpPr txBox="1"/>
          <p:nvPr/>
        </p:nvSpPr>
        <p:spPr>
          <a:xfrm>
            <a:off x="864865" y="730180"/>
            <a:ext cx="116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Supertokens</a:t>
            </a:r>
            <a:endParaRPr lang="en-US" sz="1400" dirty="0"/>
          </a:p>
        </p:txBody>
      </p:sp>
      <p:pic>
        <p:nvPicPr>
          <p:cNvPr id="26" name="Picture 25" descr="IBKR GlobalTrader - Apps on Google Play">
            <a:extLst>
              <a:ext uri="{FF2B5EF4-FFF2-40B4-BE49-F238E27FC236}">
                <a16:creationId xmlns:a16="http://schemas.microsoft.com/office/drawing/2014/main" id="{25AC7FD5-42F5-BD9B-8069-2843785855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4516" y="1228382"/>
            <a:ext cx="331729" cy="33172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FE2068F-0B35-0E45-0614-5B086BBA1BCE}"/>
              </a:ext>
            </a:extLst>
          </p:cNvPr>
          <p:cNvSpPr txBox="1"/>
          <p:nvPr/>
        </p:nvSpPr>
        <p:spPr>
          <a:xfrm>
            <a:off x="864865" y="1210192"/>
            <a:ext cx="2099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IBKR (</a:t>
            </a:r>
            <a:r>
              <a:rPr lang="en-US" sz="1400" dirty="0" err="1"/>
              <a:t>InteractiveBrokers</a:t>
            </a:r>
            <a:r>
              <a:rPr lang="en-US" sz="1400" dirty="0"/>
              <a:t>)</a:t>
            </a:r>
          </a:p>
        </p:txBody>
      </p:sp>
      <p:pic>
        <p:nvPicPr>
          <p:cNvPr id="28" name="Picture 27" descr="QuantConnect · GitHub">
            <a:extLst>
              <a:ext uri="{FF2B5EF4-FFF2-40B4-BE49-F238E27FC236}">
                <a16:creationId xmlns:a16="http://schemas.microsoft.com/office/drawing/2014/main" id="{19592800-E569-8EB6-BA7E-321FFDACC5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518" y="1746273"/>
            <a:ext cx="316302" cy="3317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E00B12E-2444-58C6-6F1B-9825F772B551}"/>
              </a:ext>
            </a:extLst>
          </p:cNvPr>
          <p:cNvSpPr txBox="1"/>
          <p:nvPr/>
        </p:nvSpPr>
        <p:spPr>
          <a:xfrm>
            <a:off x="864865" y="1722456"/>
            <a:ext cx="1309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Quantconnect</a:t>
            </a:r>
            <a:endParaRPr lang="en-US" sz="1400" dirty="0"/>
          </a:p>
        </p:txBody>
      </p:sp>
      <p:pic>
        <p:nvPicPr>
          <p:cNvPr id="31" name="Picture 18" descr="Python - Download free icons">
            <a:extLst>
              <a:ext uri="{FF2B5EF4-FFF2-40B4-BE49-F238E27FC236}">
                <a16:creationId xmlns:a16="http://schemas.microsoft.com/office/drawing/2014/main" id="{B491AF45-503C-7EF2-9556-42524F127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6" y="2686248"/>
            <a:ext cx="457794" cy="45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9E9786-DE5F-31F3-CACA-805EDE35BACC}"/>
              </a:ext>
            </a:extLst>
          </p:cNvPr>
          <p:cNvSpPr txBox="1"/>
          <p:nvPr/>
        </p:nvSpPr>
        <p:spPr>
          <a:xfrm>
            <a:off x="878800" y="2725765"/>
            <a:ext cx="726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Python</a:t>
            </a:r>
          </a:p>
        </p:txBody>
      </p:sp>
      <p:pic>
        <p:nvPicPr>
          <p:cNvPr id="33" name="Picture 32" descr="PostgreSQL – Wikipedie">
            <a:extLst>
              <a:ext uri="{FF2B5EF4-FFF2-40B4-BE49-F238E27FC236}">
                <a16:creationId xmlns:a16="http://schemas.microsoft.com/office/drawing/2014/main" id="{C4D164C9-D8E3-A6AC-857F-8C621F1E33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314" y="3259997"/>
            <a:ext cx="427279" cy="44081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4512736-4AB3-FEA6-EF95-0D7E0483A965}"/>
              </a:ext>
            </a:extLst>
          </p:cNvPr>
          <p:cNvSpPr txBox="1"/>
          <p:nvPr/>
        </p:nvSpPr>
        <p:spPr>
          <a:xfrm>
            <a:off x="878800" y="3275111"/>
            <a:ext cx="849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Postgres</a:t>
            </a:r>
          </a:p>
        </p:txBody>
      </p:sp>
      <p:pic>
        <p:nvPicPr>
          <p:cNvPr id="35" name="Picture 4" descr="Streamlit SVG and transparent PNG icons | TechIcons">
            <a:extLst>
              <a:ext uri="{FF2B5EF4-FFF2-40B4-BE49-F238E27FC236}">
                <a16:creationId xmlns:a16="http://schemas.microsoft.com/office/drawing/2014/main" id="{A0225C35-C682-E381-21B9-79DF63247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39" y="2120265"/>
            <a:ext cx="490327" cy="46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F755C3A-2287-16C2-E896-AF187B73EC2E}"/>
              </a:ext>
            </a:extLst>
          </p:cNvPr>
          <p:cNvSpPr txBox="1"/>
          <p:nvPr/>
        </p:nvSpPr>
        <p:spPr>
          <a:xfrm>
            <a:off x="864865" y="2206230"/>
            <a:ext cx="892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Streamlit</a:t>
            </a:r>
            <a:endParaRPr lang="en-US" sz="1400" dirty="0"/>
          </a:p>
        </p:txBody>
      </p:sp>
      <p:pic>
        <p:nvPicPr>
          <p:cNvPr id="38" name="Picture 37" descr="Lekce 1 - Úvod do FastAPI frameworku a ...">
            <a:extLst>
              <a:ext uri="{FF2B5EF4-FFF2-40B4-BE49-F238E27FC236}">
                <a16:creationId xmlns:a16="http://schemas.microsoft.com/office/drawing/2014/main" id="{4125F774-24ED-1570-31FB-764F4AC6E1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30225" y="2554408"/>
            <a:ext cx="448796" cy="448796"/>
          </a:xfrm>
          <a:prstGeom prst="rect">
            <a:avLst/>
          </a:prstGeom>
        </p:spPr>
      </p:pic>
      <p:pic>
        <p:nvPicPr>
          <p:cNvPr id="39" name="Picture 38" descr="Lekce 1 - Úvod do FastAPI frameworku a ...">
            <a:extLst>
              <a:ext uri="{FF2B5EF4-FFF2-40B4-BE49-F238E27FC236}">
                <a16:creationId xmlns:a16="http://schemas.microsoft.com/office/drawing/2014/main" id="{B6B2AEBC-540B-C622-F826-6056E8104D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7447" y="3833441"/>
            <a:ext cx="363982" cy="36398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5971BDA-E6C9-7C67-BE00-F24052BA2E93}"/>
              </a:ext>
            </a:extLst>
          </p:cNvPr>
          <p:cNvSpPr txBox="1"/>
          <p:nvPr/>
        </p:nvSpPr>
        <p:spPr>
          <a:xfrm>
            <a:off x="878800" y="3875114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FastAPI</a:t>
            </a:r>
            <a:endParaRPr lang="en-US" sz="1400" dirty="0"/>
          </a:p>
        </p:txBody>
      </p:sp>
      <p:pic>
        <p:nvPicPr>
          <p:cNvPr id="42" name="Picture 41" descr="Deploy Reverse Proxy | Railway">
            <a:extLst>
              <a:ext uri="{FF2B5EF4-FFF2-40B4-BE49-F238E27FC236}">
                <a16:creationId xmlns:a16="http://schemas.microsoft.com/office/drawing/2014/main" id="{3655F437-19B1-792F-9E91-F256FCEEB05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6711" y="2335504"/>
            <a:ext cx="520131" cy="520131"/>
          </a:xfrm>
          <a:prstGeom prst="rect">
            <a:avLst/>
          </a:prstGeom>
        </p:spPr>
      </p:pic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5130F52B-BFD9-BF7F-D328-04970B585CBC}"/>
              </a:ext>
            </a:extLst>
          </p:cNvPr>
          <p:cNvSpPr/>
          <p:nvPr/>
        </p:nvSpPr>
        <p:spPr>
          <a:xfrm>
            <a:off x="7970771" y="2479944"/>
            <a:ext cx="59936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4" name="Picture 43" descr="Deploy Reverse Proxy | Railway">
            <a:extLst>
              <a:ext uri="{FF2B5EF4-FFF2-40B4-BE49-F238E27FC236}">
                <a16:creationId xmlns:a16="http://schemas.microsoft.com/office/drawing/2014/main" id="{81FC8836-020B-50A2-77CE-873CFAC2452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677" y="4404167"/>
            <a:ext cx="363983" cy="36398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E9CE748-FE8D-2A74-FD87-13C89E9DBD90}"/>
              </a:ext>
            </a:extLst>
          </p:cNvPr>
          <p:cNvSpPr txBox="1"/>
          <p:nvPr/>
        </p:nvSpPr>
        <p:spPr>
          <a:xfrm>
            <a:off x="878800" y="4376029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Caddy</a:t>
            </a:r>
          </a:p>
        </p:txBody>
      </p:sp>
    </p:spTree>
    <p:extLst>
      <p:ext uri="{BB962C8B-B14F-4D97-AF65-F5344CB8AC3E}">
        <p14:creationId xmlns:p14="http://schemas.microsoft.com/office/powerpoint/2010/main" val="5370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lowchart: Magnetic Disk 39">
            <a:extLst>
              <a:ext uri="{FF2B5EF4-FFF2-40B4-BE49-F238E27FC236}">
                <a16:creationId xmlns:a16="http://schemas.microsoft.com/office/drawing/2014/main" id="{B9374897-2B6B-9ED3-8AF3-7C5548A53628}"/>
              </a:ext>
            </a:extLst>
          </p:cNvPr>
          <p:cNvSpPr/>
          <p:nvPr/>
        </p:nvSpPr>
        <p:spPr>
          <a:xfrm>
            <a:off x="2787076" y="3318207"/>
            <a:ext cx="827129" cy="579218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272C2-446A-2404-BA25-EE92F83C082C}"/>
              </a:ext>
            </a:extLst>
          </p:cNvPr>
          <p:cNvSpPr/>
          <p:nvPr/>
        </p:nvSpPr>
        <p:spPr>
          <a:xfrm>
            <a:off x="2644329" y="1804798"/>
            <a:ext cx="4255224" cy="22955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FE3C7-8974-F857-3E40-E0C94A068FFF}"/>
              </a:ext>
            </a:extLst>
          </p:cNvPr>
          <p:cNvSpPr/>
          <p:nvPr/>
        </p:nvSpPr>
        <p:spPr>
          <a:xfrm>
            <a:off x="2734056" y="5788152"/>
            <a:ext cx="8129016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B6A45-1FD2-DD87-206B-D2ECAA332996}"/>
              </a:ext>
            </a:extLst>
          </p:cNvPr>
          <p:cNvSpPr/>
          <p:nvPr/>
        </p:nvSpPr>
        <p:spPr>
          <a:xfrm>
            <a:off x="2734056" y="5147071"/>
            <a:ext cx="414461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WSL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3460D-4351-A84A-52D6-483916147811}"/>
              </a:ext>
            </a:extLst>
          </p:cNvPr>
          <p:cNvSpPr/>
          <p:nvPr/>
        </p:nvSpPr>
        <p:spPr>
          <a:xfrm>
            <a:off x="2734056" y="4505991"/>
            <a:ext cx="414461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1BB87-822F-32D0-FAC7-89DF9538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5053202"/>
            <a:ext cx="763150" cy="60979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13C0554-E7CF-B9F6-3512-AD30EF88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24" y="5662992"/>
            <a:ext cx="760666" cy="76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FED88B3-606A-BA82-F1CC-41B8AC8A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662" y="4443412"/>
            <a:ext cx="609790" cy="6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zig - Discord Emoji">
            <a:extLst>
              <a:ext uri="{FF2B5EF4-FFF2-40B4-BE49-F238E27FC236}">
                <a16:creationId xmlns:a16="http://schemas.microsoft.com/office/drawing/2014/main" id="{5C3B3F9F-BED4-5310-7A6A-B46CF2B0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785" y="3364268"/>
            <a:ext cx="579218" cy="57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9D2453C-3682-7C7E-1628-242131CB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064" y="4481607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Jupyter – Wikipedie">
            <a:extLst>
              <a:ext uri="{FF2B5EF4-FFF2-40B4-BE49-F238E27FC236}">
                <a16:creationId xmlns:a16="http://schemas.microsoft.com/office/drawing/2014/main" id="{5FDAF025-1D05-DBB0-EC12-DECFCDC5A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171" y="2000397"/>
            <a:ext cx="484275" cy="56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ocker-icon - Free vector icons on creazilla.com">
            <a:extLst>
              <a:ext uri="{FF2B5EF4-FFF2-40B4-BE49-F238E27FC236}">
                <a16:creationId xmlns:a16="http://schemas.microsoft.com/office/drawing/2014/main" id="{3C8AF6D6-514C-0736-CBFD-30BB01039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162" y="4194168"/>
            <a:ext cx="689008" cy="49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AE57AE-5E25-F559-8203-EF825ECDCB6D}"/>
              </a:ext>
            </a:extLst>
          </p:cNvPr>
          <p:cNvSpPr txBox="1"/>
          <p:nvPr/>
        </p:nvSpPr>
        <p:spPr>
          <a:xfrm>
            <a:off x="2817020" y="344717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LMDB</a:t>
            </a:r>
          </a:p>
        </p:txBody>
      </p:sp>
      <p:pic>
        <p:nvPicPr>
          <p:cNvPr id="13" name="Picture 18" descr="Python - Download free icons">
            <a:extLst>
              <a:ext uri="{FF2B5EF4-FFF2-40B4-BE49-F238E27FC236}">
                <a16:creationId xmlns:a16="http://schemas.microsoft.com/office/drawing/2014/main" id="{402A33F3-D541-A362-E8B6-8683703E5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503" y="1967663"/>
            <a:ext cx="827129" cy="8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Chrome Logo and symbol, meaning, history, PNG, brand">
            <a:extLst>
              <a:ext uri="{FF2B5EF4-FFF2-40B4-BE49-F238E27FC236}">
                <a16:creationId xmlns:a16="http://schemas.microsoft.com/office/drawing/2014/main" id="{99CE875F-3B3E-9490-3BD8-CABF20459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964" y="2179663"/>
            <a:ext cx="708500" cy="53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reamlit SVG and transparent PNG icons | TechIcons">
            <a:extLst>
              <a:ext uri="{FF2B5EF4-FFF2-40B4-BE49-F238E27FC236}">
                <a16:creationId xmlns:a16="http://schemas.microsoft.com/office/drawing/2014/main" id="{40D6D7A0-A4F9-83D3-6ED6-744E46EF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171" y="2507828"/>
            <a:ext cx="490327" cy="46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91AC10E0-B6F3-F62C-E831-C834B648C91B}"/>
              </a:ext>
            </a:extLst>
          </p:cNvPr>
          <p:cNvSpPr/>
          <p:nvPr/>
        </p:nvSpPr>
        <p:spPr>
          <a:xfrm rot="10800000">
            <a:off x="5155598" y="2331155"/>
            <a:ext cx="59936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E2F2203-D6AD-B3BD-AC24-F78A7132FDE1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19393"/>
          <a:stretch/>
        </p:blipFill>
        <p:spPr>
          <a:xfrm>
            <a:off x="1339763" y="2099946"/>
            <a:ext cx="1110542" cy="760666"/>
          </a:xfrm>
          <a:prstGeom prst="rect">
            <a:avLst/>
          </a:prstGeom>
        </p:spPr>
      </p:pic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DFB20E2F-D3F5-1662-2CCB-5FD8320F6433}"/>
              </a:ext>
            </a:extLst>
          </p:cNvPr>
          <p:cNvSpPr/>
          <p:nvPr/>
        </p:nvSpPr>
        <p:spPr>
          <a:xfrm rot="16200000">
            <a:off x="4420114" y="3041930"/>
            <a:ext cx="553140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60A10FB7-D10E-72BC-119C-43A7AE1BF15F}"/>
              </a:ext>
            </a:extLst>
          </p:cNvPr>
          <p:cNvSpPr/>
          <p:nvPr/>
        </p:nvSpPr>
        <p:spPr>
          <a:xfrm>
            <a:off x="3721792" y="3543377"/>
            <a:ext cx="488408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2B829C-834E-2648-FE80-D70F1CE8C8E5}"/>
              </a:ext>
            </a:extLst>
          </p:cNvPr>
          <p:cNvSpPr/>
          <p:nvPr/>
        </p:nvSpPr>
        <p:spPr>
          <a:xfrm rot="19181604">
            <a:off x="3665473" y="3001867"/>
            <a:ext cx="830196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6DE0CC3-8CC4-B315-CEB7-76B7061389A7}"/>
              </a:ext>
            </a:extLst>
          </p:cNvPr>
          <p:cNvSpPr/>
          <p:nvPr/>
        </p:nvSpPr>
        <p:spPr>
          <a:xfrm rot="8349470">
            <a:off x="3879981" y="2675310"/>
            <a:ext cx="356307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8DBF4F4F-01CE-48F4-9F84-6213A7916440}"/>
              </a:ext>
            </a:extLst>
          </p:cNvPr>
          <p:cNvSpPr/>
          <p:nvPr/>
        </p:nvSpPr>
        <p:spPr>
          <a:xfrm rot="10800000">
            <a:off x="2909705" y="2323865"/>
            <a:ext cx="1092774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8B0697C-B1B7-B782-A1F3-2667A2582618}"/>
              </a:ext>
            </a:extLst>
          </p:cNvPr>
          <p:cNvSpPr/>
          <p:nvPr/>
        </p:nvSpPr>
        <p:spPr>
          <a:xfrm rot="8349470">
            <a:off x="3519526" y="3045073"/>
            <a:ext cx="260581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A1ED72-4FE5-4447-1674-8ABEB1EBCED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084261" flipH="1">
            <a:off x="3602025" y="2688405"/>
            <a:ext cx="337951" cy="48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DE10DE-B06F-FBD6-204B-18289B097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740712"/>
              </p:ext>
            </p:extLst>
          </p:nvPr>
        </p:nvGraphicFramePr>
        <p:xfrm>
          <a:off x="859536" y="719666"/>
          <a:ext cx="10716768" cy="3207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3698937791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145707141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229535378"/>
                    </a:ext>
                  </a:extLst>
                </a:gridCol>
              </a:tblGrid>
              <a:tr h="3318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versioning</a:t>
                      </a:r>
                    </a:p>
                  </a:txBody>
                  <a:tcPr>
                    <a:solidFill>
                      <a:srgbClr val="F7A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check_dirty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7A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put</a:t>
                      </a:r>
                    </a:p>
                  </a:txBody>
                  <a:tcPr>
                    <a:solidFill>
                      <a:srgbClr val="F7A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986433"/>
                  </a:ext>
                </a:extLst>
              </a:tr>
              <a:tr h="9473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120773"/>
                  </a:ext>
                </a:extLst>
              </a:tr>
              <a:tr h="9473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399212"/>
                  </a:ext>
                </a:extLst>
              </a:tr>
              <a:tr h="9473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59984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A19E730F-7638-F8D5-EFCE-F4CDDC87CEA3}"/>
              </a:ext>
            </a:extLst>
          </p:cNvPr>
          <p:cNvSpPr/>
          <p:nvPr/>
        </p:nvSpPr>
        <p:spPr>
          <a:xfrm>
            <a:off x="1769364" y="1398129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none</a:t>
            </a:r>
          </a:p>
        </p:txBody>
      </p:sp>
      <p:pic>
        <p:nvPicPr>
          <p:cNvPr id="1028" name="Picture 4" descr="Red Check Mark Images - Free Download on Freepik">
            <a:extLst>
              <a:ext uri="{FF2B5EF4-FFF2-40B4-BE49-F238E27FC236}">
                <a16:creationId xmlns:a16="http://schemas.microsoft.com/office/drawing/2014/main" id="{CAA04C66-6E39-0856-D275-6F6C6B98CF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4" t="12853" r="14196" b="15719"/>
          <a:stretch>
            <a:fillRect/>
          </a:stretch>
        </p:blipFill>
        <p:spPr bwMode="auto">
          <a:xfrm>
            <a:off x="5733288" y="1240395"/>
            <a:ext cx="585555" cy="59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2A632B-B5B1-AE5B-AB83-FC1CB4FCEAE1}"/>
              </a:ext>
            </a:extLst>
          </p:cNvPr>
          <p:cNvCxnSpPr>
            <a:stCxn id="12" idx="3"/>
            <a:endCxn id="1028" idx="1"/>
          </p:cNvCxnSpPr>
          <p:nvPr/>
        </p:nvCxnSpPr>
        <p:spPr>
          <a:xfrm>
            <a:off x="3497580" y="1537575"/>
            <a:ext cx="2235708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99A06BD-FB39-AFCF-B557-4F67CF528B4D}"/>
              </a:ext>
            </a:extLst>
          </p:cNvPr>
          <p:cNvSpPr/>
          <p:nvPr/>
        </p:nvSpPr>
        <p:spPr>
          <a:xfrm>
            <a:off x="8694420" y="1398129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overwrite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1FF1BA-8AA9-B5E4-5D85-CBE5D616AB27}"/>
              </a:ext>
            </a:extLst>
          </p:cNvPr>
          <p:cNvCxnSpPr>
            <a:cxnSpLocks/>
            <a:stCxn id="1028" idx="3"/>
            <a:endCxn id="32" idx="1"/>
          </p:cNvCxnSpPr>
          <p:nvPr/>
        </p:nvCxnSpPr>
        <p:spPr>
          <a:xfrm>
            <a:off x="6318843" y="1537575"/>
            <a:ext cx="1023789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3DAF109-19DE-A676-0707-F3B6C101B7A1}"/>
              </a:ext>
            </a:extLst>
          </p:cNvPr>
          <p:cNvSpPr/>
          <p:nvPr/>
        </p:nvSpPr>
        <p:spPr>
          <a:xfrm>
            <a:off x="1769364" y="2345403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A132BB4-0FE5-379F-62DF-79B8A8A5A8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481" r="12558"/>
          <a:stretch>
            <a:fillRect/>
          </a:stretch>
        </p:blipFill>
        <p:spPr>
          <a:xfrm>
            <a:off x="7342632" y="1280364"/>
            <a:ext cx="486156" cy="514422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A42B13-4B4B-79A5-9075-127C17E6E184}"/>
              </a:ext>
            </a:extLst>
          </p:cNvPr>
          <p:cNvCxnSpPr>
            <a:cxnSpLocks/>
            <a:stCxn id="32" idx="3"/>
            <a:endCxn id="22" idx="1"/>
          </p:cNvCxnSpPr>
          <p:nvPr/>
        </p:nvCxnSpPr>
        <p:spPr>
          <a:xfrm>
            <a:off x="7828788" y="1537575"/>
            <a:ext cx="865632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0" name="Picture 4" descr="Red Check Mark Images - Free Download on Freepik">
            <a:extLst>
              <a:ext uri="{FF2B5EF4-FFF2-40B4-BE49-F238E27FC236}">
                <a16:creationId xmlns:a16="http://schemas.microsoft.com/office/drawing/2014/main" id="{578C95ED-44BE-4E9D-BC03-C58684205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4" t="12853" r="14196" b="15719"/>
          <a:stretch>
            <a:fillRect/>
          </a:stretch>
        </p:blipFill>
        <p:spPr bwMode="auto">
          <a:xfrm>
            <a:off x="5733288" y="2187669"/>
            <a:ext cx="585555" cy="59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21C0FCE-393F-BAB2-46C1-E15B0874B1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481" r="12558"/>
          <a:stretch>
            <a:fillRect/>
          </a:stretch>
        </p:blipFill>
        <p:spPr>
          <a:xfrm>
            <a:off x="7342632" y="2227638"/>
            <a:ext cx="486156" cy="51442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05BF18E-A47D-F477-09F8-94D665CD5C6A}"/>
              </a:ext>
            </a:extLst>
          </p:cNvPr>
          <p:cNvCxnSpPr>
            <a:cxnSpLocks/>
            <a:stCxn id="28" idx="3"/>
            <a:endCxn id="40" idx="1"/>
          </p:cNvCxnSpPr>
          <p:nvPr/>
        </p:nvCxnSpPr>
        <p:spPr>
          <a:xfrm>
            <a:off x="3497580" y="2484849"/>
            <a:ext cx="2235708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2DF2D92-E54C-B612-2E67-4CBC1C350F32}"/>
              </a:ext>
            </a:extLst>
          </p:cNvPr>
          <p:cNvSpPr/>
          <p:nvPr/>
        </p:nvSpPr>
        <p:spPr>
          <a:xfrm>
            <a:off x="8694420" y="2345403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dirty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E992A3-60F0-35F5-F2B5-B420E01F134C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6318843" y="2484849"/>
            <a:ext cx="1023789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2EBD252-0804-95FA-2B0A-734353C6DA3E}"/>
              </a:ext>
            </a:extLst>
          </p:cNvPr>
          <p:cNvCxnSpPr>
            <a:cxnSpLocks/>
            <a:stCxn id="43" idx="3"/>
            <a:endCxn id="48" idx="1"/>
          </p:cNvCxnSpPr>
          <p:nvPr/>
        </p:nvCxnSpPr>
        <p:spPr>
          <a:xfrm>
            <a:off x="7828788" y="2484849"/>
            <a:ext cx="865632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DCE77E-D53D-5CA4-B8DA-0B986E359043}"/>
              </a:ext>
            </a:extLst>
          </p:cNvPr>
          <p:cNvSpPr/>
          <p:nvPr/>
        </p:nvSpPr>
        <p:spPr>
          <a:xfrm>
            <a:off x="1769364" y="3291578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commit</a:t>
            </a:r>
          </a:p>
        </p:txBody>
      </p:sp>
      <p:pic>
        <p:nvPicPr>
          <p:cNvPr id="1030" name="Picture 6" descr="Green Check Images - Free Download on Freepik">
            <a:extLst>
              <a:ext uri="{FF2B5EF4-FFF2-40B4-BE49-F238E27FC236}">
                <a16:creationId xmlns:a16="http://schemas.microsoft.com/office/drawing/2014/main" id="{AF752EED-2ABB-F63B-CAEC-262199E25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50" y="3079209"/>
            <a:ext cx="703630" cy="70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6C772A6-066E-47FD-CF66-5801F8D1B97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481" r="12558"/>
          <a:stretch>
            <a:fillRect/>
          </a:stretch>
        </p:blipFill>
        <p:spPr>
          <a:xfrm>
            <a:off x="4407408" y="3173813"/>
            <a:ext cx="486156" cy="514422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2C48B4-12CA-3EDB-3EFE-72C3F9B92F64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>
            <a:off x="3497580" y="3431024"/>
            <a:ext cx="909828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5F7A896B-154E-6C25-6A42-1D1E89100B39}"/>
              </a:ext>
            </a:extLst>
          </p:cNvPr>
          <p:cNvCxnSpPr>
            <a:cxnSpLocks/>
            <a:stCxn id="59" idx="3"/>
            <a:endCxn id="1030" idx="1"/>
          </p:cNvCxnSpPr>
          <p:nvPr/>
        </p:nvCxnSpPr>
        <p:spPr>
          <a:xfrm>
            <a:off x="4893564" y="3431024"/>
            <a:ext cx="780686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31CC460-4D76-A2B0-D196-AC6CB441BE79}"/>
              </a:ext>
            </a:extLst>
          </p:cNvPr>
          <p:cNvSpPr/>
          <p:nvPr/>
        </p:nvSpPr>
        <p:spPr>
          <a:xfrm>
            <a:off x="8694420" y="3291578"/>
            <a:ext cx="1728216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commit</a:t>
            </a:r>
          </a:p>
        </p:txBody>
      </p: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4BBC67D4-4C10-E60E-A379-4DBDDE7A9547}"/>
              </a:ext>
            </a:extLst>
          </p:cNvPr>
          <p:cNvCxnSpPr>
            <a:cxnSpLocks/>
            <a:stCxn id="1030" idx="3"/>
            <a:endCxn id="1031" idx="1"/>
          </p:cNvCxnSpPr>
          <p:nvPr/>
        </p:nvCxnSpPr>
        <p:spPr>
          <a:xfrm>
            <a:off x="6377880" y="3431024"/>
            <a:ext cx="2316540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D2986A2-52FF-5F76-0479-E418547E5271}"/>
              </a:ext>
            </a:extLst>
          </p:cNvPr>
          <p:cNvSpPr/>
          <p:nvPr/>
        </p:nvSpPr>
        <p:spPr>
          <a:xfrm>
            <a:off x="555498" y="4747697"/>
            <a:ext cx="2942082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[version: empty]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542394CE-A655-D4B4-9308-17B94987593F}"/>
              </a:ext>
            </a:extLst>
          </p:cNvPr>
          <p:cNvSpPr/>
          <p:nvPr/>
        </p:nvSpPr>
        <p:spPr>
          <a:xfrm>
            <a:off x="3864774" y="4730567"/>
            <a:ext cx="3172799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Put </a:t>
            </a:r>
            <a:r>
              <a:rPr lang="en-US" dirty="0" err="1">
                <a:solidFill>
                  <a:schemeClr val="tx1"/>
                </a:solidFill>
              </a:rPr>
              <a:t>c.MDB_NOOVERWRITE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7802AB08-74C8-3BF3-E2A4-3B3C6E8B10D1}"/>
              </a:ext>
            </a:extLst>
          </p:cNvPr>
          <p:cNvSpPr/>
          <p:nvPr/>
        </p:nvSpPr>
        <p:spPr>
          <a:xfrm>
            <a:off x="555498" y="5180979"/>
            <a:ext cx="2942082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[version: x]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B2F5C6E4-1CEB-CFB3-BAAF-68E043465A24}"/>
              </a:ext>
            </a:extLst>
          </p:cNvPr>
          <p:cNvSpPr/>
          <p:nvPr/>
        </p:nvSpPr>
        <p:spPr>
          <a:xfrm>
            <a:off x="7315613" y="4730567"/>
            <a:ext cx="4324699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Error if </a:t>
            </a:r>
            <a:r>
              <a:rPr lang="en-US" dirty="0" err="1">
                <a:solidFill>
                  <a:schemeClr val="tx1"/>
                </a:solidFill>
              </a:rPr>
              <a:t>c.MDB_KEYEXIST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981A7D4-C404-6ACC-1F3B-0B57B7EDE6EC}"/>
              </a:ext>
            </a:extLst>
          </p:cNvPr>
          <p:cNvSpPr/>
          <p:nvPr/>
        </p:nvSpPr>
        <p:spPr>
          <a:xfrm>
            <a:off x="555498" y="4289836"/>
            <a:ext cx="2942082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[version: none]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C5F6472C-DFF6-3C1C-3232-CEA346D41BD4}"/>
              </a:ext>
            </a:extLst>
          </p:cNvPr>
          <p:cNvSpPr/>
          <p:nvPr/>
        </p:nvSpPr>
        <p:spPr>
          <a:xfrm>
            <a:off x="3854305" y="4308630"/>
            <a:ext cx="3172799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Put 0 (overwrite)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98AC190-6FED-4D3E-06CA-9B0E46238AFB}"/>
              </a:ext>
            </a:extLst>
          </p:cNvPr>
          <p:cNvSpPr/>
          <p:nvPr/>
        </p:nvSpPr>
        <p:spPr>
          <a:xfrm>
            <a:off x="3854304" y="5180979"/>
            <a:ext cx="3172799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Put </a:t>
            </a:r>
            <a:r>
              <a:rPr lang="en-US" dirty="0" err="1">
                <a:solidFill>
                  <a:schemeClr val="tx1"/>
                </a:solidFill>
              </a:rPr>
              <a:t>c.MDB_NOOVERWRITE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85FB66DE-31B5-74A2-59E7-DE5792008CF5}"/>
              </a:ext>
            </a:extLst>
          </p:cNvPr>
          <p:cNvSpPr/>
          <p:nvPr/>
        </p:nvSpPr>
        <p:spPr>
          <a:xfrm>
            <a:off x="7315612" y="5180979"/>
            <a:ext cx="4324700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Error if </a:t>
            </a:r>
            <a:r>
              <a:rPr lang="en-US" dirty="0" err="1">
                <a:solidFill>
                  <a:schemeClr val="tx1"/>
                </a:solidFill>
              </a:rPr>
              <a:t>c.MDB_Success</a:t>
            </a:r>
            <a:r>
              <a:rPr lang="en-US" dirty="0">
                <a:solidFill>
                  <a:schemeClr val="tx1"/>
                </a:solidFill>
              </a:rPr>
              <a:t> / Delete key</a:t>
            </a: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E35078DB-3559-A788-9D4E-9A7CEF6A35D5}"/>
              </a:ext>
            </a:extLst>
          </p:cNvPr>
          <p:cNvSpPr/>
          <p:nvPr/>
        </p:nvSpPr>
        <p:spPr>
          <a:xfrm>
            <a:off x="578358" y="5614261"/>
            <a:ext cx="2942082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commit [version: empty]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08AF074-80AE-123D-3EFC-DBEE1605A1EB}"/>
              </a:ext>
            </a:extLst>
          </p:cNvPr>
          <p:cNvSpPr/>
          <p:nvPr/>
        </p:nvSpPr>
        <p:spPr>
          <a:xfrm>
            <a:off x="3854305" y="5602916"/>
            <a:ext cx="3172799" cy="27889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Put 0 (overwrite)</a:t>
            </a:r>
          </a:p>
        </p:txBody>
      </p:sp>
    </p:spTree>
    <p:extLst>
      <p:ext uri="{BB962C8B-B14F-4D97-AF65-F5344CB8AC3E}">
        <p14:creationId xmlns:p14="http://schemas.microsoft.com/office/powerpoint/2010/main" val="365032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9F9D355-7AA6-E35C-B29D-3C468AA79254}"/>
              </a:ext>
            </a:extLst>
          </p:cNvPr>
          <p:cNvSpPr/>
          <p:nvPr/>
        </p:nvSpPr>
        <p:spPr>
          <a:xfrm>
            <a:off x="2053251" y="1331610"/>
            <a:ext cx="283464" cy="274320"/>
          </a:xfrm>
          <a:prstGeom prst="ellipse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8DA7D-EAD4-4F83-CFBB-558A1E820A32}"/>
              </a:ext>
            </a:extLst>
          </p:cNvPr>
          <p:cNvSpPr txBox="1"/>
          <p:nvPr/>
        </p:nvSpPr>
        <p:spPr>
          <a:xfrm>
            <a:off x="1344514" y="1303194"/>
            <a:ext cx="555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734F2D-157E-AC2A-5140-F4A21D80C943}"/>
              </a:ext>
            </a:extLst>
          </p:cNvPr>
          <p:cNvSpPr/>
          <p:nvPr/>
        </p:nvSpPr>
        <p:spPr>
          <a:xfrm>
            <a:off x="1480763" y="1905828"/>
            <a:ext cx="1442346" cy="359110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Initialize struct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E65EDE-7E94-2DA6-9E5D-342DCA0E6450}"/>
              </a:ext>
            </a:extLst>
          </p:cNvPr>
          <p:cNvSpPr txBox="1"/>
          <p:nvPr/>
        </p:nvSpPr>
        <p:spPr>
          <a:xfrm>
            <a:off x="3013162" y="1843859"/>
            <a:ext cx="9989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Struct:</a:t>
            </a:r>
            <a:br>
              <a:rPr lang="en-US" sz="1000" dirty="0"/>
            </a:br>
            <a:r>
              <a:rPr lang="en-US" sz="1000" dirty="0"/>
              <a:t>.</a:t>
            </a:r>
            <a:r>
              <a:rPr lang="en-US" sz="1000" dirty="0" err="1"/>
              <a:t>lmdb</a:t>
            </a:r>
            <a:r>
              <a:rPr lang="en-US" sz="1000" dirty="0"/>
              <a:t> = &lt;</a:t>
            </a:r>
            <a:r>
              <a:rPr lang="en-US" sz="1000" dirty="0" err="1"/>
              <a:t>init</a:t>
            </a:r>
            <a:r>
              <a:rPr lang="en-US" sz="1000" dirty="0"/>
              <a:t>&gt;</a:t>
            </a:r>
          </a:p>
          <a:p>
            <a:r>
              <a:rPr lang="en-US" sz="1000" dirty="0"/>
              <a:t>.queue = &lt;</a:t>
            </a:r>
            <a:r>
              <a:rPr lang="en-US" sz="1000" dirty="0" err="1"/>
              <a:t>init</a:t>
            </a:r>
            <a:r>
              <a:rPr lang="en-US" sz="1000" dirty="0"/>
              <a:t>&gt;</a:t>
            </a:r>
          </a:p>
          <a:p>
            <a:r>
              <a:rPr lang="en-US" sz="1000" dirty="0"/>
              <a:t>.token = now()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35CE97-2B16-F6F5-C92D-8788DDEFFC15}"/>
              </a:ext>
            </a:extLst>
          </p:cNvPr>
          <p:cNvSpPr/>
          <p:nvPr/>
        </p:nvSpPr>
        <p:spPr>
          <a:xfrm>
            <a:off x="1480763" y="2801091"/>
            <a:ext cx="1442346" cy="359110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Subscribe to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lmdb.write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B7B6AC1-EB1C-FA3F-2337-77C26F328D53}"/>
              </a:ext>
            </a:extLst>
          </p:cNvPr>
          <p:cNvSpPr/>
          <p:nvPr/>
        </p:nvSpPr>
        <p:spPr>
          <a:xfrm>
            <a:off x="1473810" y="3606913"/>
            <a:ext cx="1442346" cy="32914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Req .token to </a:t>
            </a:r>
            <a:r>
              <a:rPr lang="en-US" sz="1100" dirty="0" err="1">
                <a:solidFill>
                  <a:schemeClr val="tx1"/>
                </a:solidFill>
              </a:rPr>
              <a:t>lmdb.token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92730F-90FA-430E-F53B-A324B2ED5A5D}"/>
              </a:ext>
            </a:extLst>
          </p:cNvPr>
          <p:cNvSpPr txBox="1"/>
          <p:nvPr/>
        </p:nvSpPr>
        <p:spPr>
          <a:xfrm>
            <a:off x="921933" y="739542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Main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DD1F151-FB53-0B17-8E5B-F154973CD708}"/>
              </a:ext>
            </a:extLst>
          </p:cNvPr>
          <p:cNvSpPr txBox="1"/>
          <p:nvPr/>
        </p:nvSpPr>
        <p:spPr>
          <a:xfrm>
            <a:off x="4012153" y="739542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onMsg</a:t>
            </a:r>
            <a:endParaRPr lang="en-US" sz="2000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0F493B6-D920-040F-C292-A734358923BA}"/>
              </a:ext>
            </a:extLst>
          </p:cNvPr>
          <p:cNvCxnSpPr>
            <a:cxnSpLocks/>
            <a:stCxn id="12" idx="2"/>
            <a:endCxn id="41" idx="0"/>
          </p:cNvCxnSpPr>
          <p:nvPr/>
        </p:nvCxnSpPr>
        <p:spPr>
          <a:xfrm>
            <a:off x="2201936" y="2264938"/>
            <a:ext cx="0" cy="536153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2EACC34-601B-8E2C-214A-D6FA96DC1CBB}"/>
              </a:ext>
            </a:extLst>
          </p:cNvPr>
          <p:cNvCxnSpPr>
            <a:cxnSpLocks/>
            <a:stCxn id="41" idx="2"/>
            <a:endCxn id="70" idx="0"/>
          </p:cNvCxnSpPr>
          <p:nvPr/>
        </p:nvCxnSpPr>
        <p:spPr>
          <a:xfrm flipH="1">
            <a:off x="2194983" y="3160201"/>
            <a:ext cx="6953" cy="446712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CC2F3AA-F10B-FE87-2F75-97D8CFBBBA5B}"/>
              </a:ext>
            </a:extLst>
          </p:cNvPr>
          <p:cNvSpPr/>
          <p:nvPr/>
        </p:nvSpPr>
        <p:spPr>
          <a:xfrm>
            <a:off x="1473810" y="5871213"/>
            <a:ext cx="1442346" cy="359110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Wait 1 second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D2031FC-929E-1CA8-D1D8-8A86CC06FE73}"/>
              </a:ext>
            </a:extLst>
          </p:cNvPr>
          <p:cNvCxnSpPr>
            <a:cxnSpLocks/>
            <a:stCxn id="156" idx="2"/>
            <a:endCxn id="146" idx="0"/>
          </p:cNvCxnSpPr>
          <p:nvPr/>
        </p:nvCxnSpPr>
        <p:spPr>
          <a:xfrm>
            <a:off x="2194983" y="5310332"/>
            <a:ext cx="0" cy="560881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611917BF-5C45-C5F4-CDC2-B0BF366F0DC9}"/>
              </a:ext>
            </a:extLst>
          </p:cNvPr>
          <p:cNvCxnSpPr>
            <a:cxnSpLocks/>
            <a:stCxn id="146" idx="1"/>
            <a:endCxn id="70" idx="1"/>
          </p:cNvCxnSpPr>
          <p:nvPr/>
        </p:nvCxnSpPr>
        <p:spPr>
          <a:xfrm rot="10800000">
            <a:off x="1473810" y="3771484"/>
            <a:ext cx="12700" cy="2279284"/>
          </a:xfrm>
          <a:prstGeom prst="bentConnector3">
            <a:avLst>
              <a:gd name="adj1" fmla="val 1800000"/>
            </a:avLst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54B9C42-FF65-AB5A-5703-7FB12D5C3650}"/>
              </a:ext>
            </a:extLst>
          </p:cNvPr>
          <p:cNvSpPr/>
          <p:nvPr/>
        </p:nvSpPr>
        <p:spPr>
          <a:xfrm>
            <a:off x="4432619" y="3190007"/>
            <a:ext cx="1178686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Wait 0.1 sec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6DFE951-7DD3-6896-961C-86E262C4A22F}"/>
              </a:ext>
            </a:extLst>
          </p:cNvPr>
          <p:cNvCxnSpPr>
            <a:cxnSpLocks/>
            <a:stCxn id="34" idx="1"/>
            <a:endCxn id="227" idx="0"/>
          </p:cNvCxnSpPr>
          <p:nvPr/>
        </p:nvCxnSpPr>
        <p:spPr>
          <a:xfrm rot="10800000" flipH="1">
            <a:off x="4432619" y="1839400"/>
            <a:ext cx="4151382" cy="1504496"/>
          </a:xfrm>
          <a:prstGeom prst="bentConnector4">
            <a:avLst>
              <a:gd name="adj1" fmla="val -5507"/>
              <a:gd name="adj2" fmla="val 115194"/>
            </a:avLst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9A2AE132-955B-B6BD-62CD-39A945331A9B}"/>
              </a:ext>
            </a:extLst>
          </p:cNvPr>
          <p:cNvSpPr/>
          <p:nvPr/>
        </p:nvSpPr>
        <p:spPr>
          <a:xfrm>
            <a:off x="6249835" y="3859152"/>
            <a:ext cx="1178686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Write to DB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681556E-8C90-B8B0-D0C6-88100C4740E3}"/>
              </a:ext>
            </a:extLst>
          </p:cNvPr>
          <p:cNvSpPr/>
          <p:nvPr/>
        </p:nvSpPr>
        <p:spPr>
          <a:xfrm>
            <a:off x="11098000" y="1552172"/>
            <a:ext cx="283464" cy="274320"/>
          </a:xfrm>
          <a:prstGeom prst="ellipse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D4C0BE-8DDF-E35F-CFD8-279717492E6A}"/>
              </a:ext>
            </a:extLst>
          </p:cNvPr>
          <p:cNvSpPr txBox="1"/>
          <p:nvPr/>
        </p:nvSpPr>
        <p:spPr>
          <a:xfrm>
            <a:off x="10997518" y="122229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End</a:t>
            </a:r>
          </a:p>
        </p:txBody>
      </p:sp>
      <p:sp>
        <p:nvSpPr>
          <p:cNvPr id="132" name="Flowchart: Decision 131">
            <a:extLst>
              <a:ext uri="{FF2B5EF4-FFF2-40B4-BE49-F238E27FC236}">
                <a16:creationId xmlns:a16="http://schemas.microsoft.com/office/drawing/2014/main" id="{10CFE017-C53D-3D1E-8934-EDC28E58458E}"/>
              </a:ext>
            </a:extLst>
          </p:cNvPr>
          <p:cNvSpPr/>
          <p:nvPr/>
        </p:nvSpPr>
        <p:spPr>
          <a:xfrm>
            <a:off x="6560124" y="4502552"/>
            <a:ext cx="578280" cy="359110"/>
          </a:xfrm>
          <a:prstGeom prst="flowChartDecision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E530DE1B-AEA2-BEC4-129B-8CDA010FA625}"/>
              </a:ext>
            </a:extLst>
          </p:cNvPr>
          <p:cNvCxnSpPr>
            <a:cxnSpLocks/>
            <a:stCxn id="132" idx="2"/>
            <a:endCxn id="243" idx="2"/>
          </p:cNvCxnSpPr>
          <p:nvPr/>
        </p:nvCxnSpPr>
        <p:spPr>
          <a:xfrm rot="5400000" flipH="1" flipV="1">
            <a:off x="6945834" y="1742829"/>
            <a:ext cx="3022262" cy="3215403"/>
          </a:xfrm>
          <a:prstGeom prst="bentConnector3">
            <a:avLst>
              <a:gd name="adj1" fmla="val -14114"/>
            </a:avLst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73837A3-B634-D0C0-6668-783ED31CFBA5}"/>
              </a:ext>
            </a:extLst>
          </p:cNvPr>
          <p:cNvSpPr/>
          <p:nvPr/>
        </p:nvSpPr>
        <p:spPr>
          <a:xfrm>
            <a:off x="4424612" y="4429366"/>
            <a:ext cx="1178686" cy="516023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Fill .token with &lt;time&gt; and flush .queue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F2FC2FD-2856-D91E-7F1C-3A3610B36E4F}"/>
              </a:ext>
            </a:extLst>
          </p:cNvPr>
          <p:cNvSpPr txBox="1"/>
          <p:nvPr/>
        </p:nvSpPr>
        <p:spPr>
          <a:xfrm>
            <a:off x="8472590" y="6724274"/>
            <a:ext cx="95731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Struct:</a:t>
            </a:r>
            <a:br>
              <a:rPr lang="en-US" sz="1000" dirty="0"/>
            </a:br>
            <a:r>
              <a:rPr lang="en-US" sz="1000" dirty="0"/>
              <a:t>.</a:t>
            </a:r>
            <a:r>
              <a:rPr lang="en-US" sz="1000" dirty="0" err="1"/>
              <a:t>lmdb</a:t>
            </a:r>
            <a:r>
              <a:rPr lang="en-US" sz="1000" dirty="0"/>
              <a:t> = &lt;</a:t>
            </a:r>
            <a:r>
              <a:rPr lang="en-US" sz="1000" dirty="0" err="1"/>
              <a:t>init</a:t>
            </a:r>
            <a:r>
              <a:rPr lang="en-US" sz="1000" dirty="0"/>
              <a:t>&gt;</a:t>
            </a:r>
          </a:p>
          <a:p>
            <a:r>
              <a:rPr lang="en-US" sz="1000" dirty="0"/>
              <a:t>.counter = #</a:t>
            </a:r>
            <a:br>
              <a:rPr lang="en-US" sz="1000" dirty="0"/>
            </a:br>
            <a:r>
              <a:rPr lang="en-US" sz="1000" dirty="0"/>
              <a:t>.token = now()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DBE22E-85FE-F209-472E-AA8681E75F3A}"/>
              </a:ext>
            </a:extLst>
          </p:cNvPr>
          <p:cNvSpPr txBox="1"/>
          <p:nvPr/>
        </p:nvSpPr>
        <p:spPr>
          <a:xfrm>
            <a:off x="2975624" y="3666906"/>
            <a:ext cx="11192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{"token": .token}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5703AF7-779D-B651-A7DF-AD159AFA66F4}"/>
              </a:ext>
            </a:extLst>
          </p:cNvPr>
          <p:cNvCxnSpPr>
            <a:cxnSpLocks/>
            <a:stCxn id="95" idx="2"/>
            <a:endCxn id="132" idx="0"/>
          </p:cNvCxnSpPr>
          <p:nvPr/>
        </p:nvCxnSpPr>
        <p:spPr>
          <a:xfrm>
            <a:off x="6839178" y="4166930"/>
            <a:ext cx="10086" cy="335622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816373A-515B-99AA-1B53-7375191F2FCF}"/>
              </a:ext>
            </a:extLst>
          </p:cNvPr>
          <p:cNvSpPr/>
          <p:nvPr/>
        </p:nvSpPr>
        <p:spPr>
          <a:xfrm>
            <a:off x="4492795" y="4519765"/>
            <a:ext cx="364897" cy="307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045A14E-66B5-8770-9F41-B93895D6B6A0}"/>
              </a:ext>
            </a:extLst>
          </p:cNvPr>
          <p:cNvSpPr/>
          <p:nvPr/>
        </p:nvSpPr>
        <p:spPr>
          <a:xfrm>
            <a:off x="1473810" y="4498182"/>
            <a:ext cx="1442346" cy="812150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If (</a:t>
            </a:r>
            <a:r>
              <a:rPr lang="en-US" sz="1100" dirty="0" err="1">
                <a:solidFill>
                  <a:schemeClr val="tx1"/>
                </a:solidFill>
              </a:rPr>
              <a:t>peek.queue</a:t>
            </a:r>
            <a:r>
              <a:rPr lang="en-US" sz="1100" dirty="0">
                <a:solidFill>
                  <a:schemeClr val="tx1"/>
                </a:solidFill>
              </a:rPr>
              <a:t>) &amp;&amp; same element as last loop: remove from queue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8CA0298-68FC-613D-E6D0-FF29C20B94ED}"/>
              </a:ext>
            </a:extLst>
          </p:cNvPr>
          <p:cNvCxnSpPr>
            <a:cxnSpLocks/>
            <a:stCxn id="70" idx="2"/>
            <a:endCxn id="156" idx="0"/>
          </p:cNvCxnSpPr>
          <p:nvPr/>
        </p:nvCxnSpPr>
        <p:spPr>
          <a:xfrm>
            <a:off x="2194983" y="3936055"/>
            <a:ext cx="0" cy="562127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70F5CB8-F8CD-6C4E-60F0-E99EEE484423}"/>
              </a:ext>
            </a:extLst>
          </p:cNvPr>
          <p:cNvSpPr/>
          <p:nvPr/>
        </p:nvSpPr>
        <p:spPr>
          <a:xfrm>
            <a:off x="6228321" y="1839400"/>
            <a:ext cx="1178686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Add GUID to .queue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1A313B7-AD67-F9F8-1B5D-521FDB455CCE}"/>
              </a:ext>
            </a:extLst>
          </p:cNvPr>
          <p:cNvCxnSpPr>
            <a:cxnSpLocks/>
            <a:stCxn id="364" idx="6"/>
            <a:endCxn id="177" idx="1"/>
          </p:cNvCxnSpPr>
          <p:nvPr/>
        </p:nvCxnSpPr>
        <p:spPr>
          <a:xfrm flipV="1">
            <a:off x="5156519" y="1993289"/>
            <a:ext cx="1071802" cy="6584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7A3F468-9939-47A4-CF6C-7841E92F3FBC}"/>
              </a:ext>
            </a:extLst>
          </p:cNvPr>
          <p:cNvCxnSpPr>
            <a:cxnSpLocks/>
            <a:stCxn id="177" idx="2"/>
            <a:endCxn id="226" idx="0"/>
          </p:cNvCxnSpPr>
          <p:nvPr/>
        </p:nvCxnSpPr>
        <p:spPr>
          <a:xfrm>
            <a:off x="6817664" y="2147178"/>
            <a:ext cx="8344" cy="342162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2" name="Flowchart: Decision 201">
            <a:extLst>
              <a:ext uri="{FF2B5EF4-FFF2-40B4-BE49-F238E27FC236}">
                <a16:creationId xmlns:a16="http://schemas.microsoft.com/office/drawing/2014/main" id="{DF85A8F4-40B9-B2F4-9EE1-5A0CAB9F0BEA}"/>
              </a:ext>
            </a:extLst>
          </p:cNvPr>
          <p:cNvSpPr/>
          <p:nvPr/>
        </p:nvSpPr>
        <p:spPr>
          <a:xfrm>
            <a:off x="6544194" y="3163800"/>
            <a:ext cx="578280" cy="359110"/>
          </a:xfrm>
          <a:prstGeom prst="flowChartDecision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22297575-6E8F-C014-A716-DA817A2A9753}"/>
              </a:ext>
            </a:extLst>
          </p:cNvPr>
          <p:cNvCxnSpPr>
            <a:cxnSpLocks/>
            <a:stCxn id="226" idx="2"/>
            <a:endCxn id="202" idx="0"/>
          </p:cNvCxnSpPr>
          <p:nvPr/>
        </p:nvCxnSpPr>
        <p:spPr>
          <a:xfrm>
            <a:off x="6826008" y="2797118"/>
            <a:ext cx="7326" cy="366682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CCB93B29-D08E-9B75-F20C-97DA45F123E1}"/>
              </a:ext>
            </a:extLst>
          </p:cNvPr>
          <p:cNvCxnSpPr>
            <a:cxnSpLocks/>
            <a:stCxn id="202" idx="1"/>
            <a:endCxn id="34" idx="3"/>
          </p:cNvCxnSpPr>
          <p:nvPr/>
        </p:nvCxnSpPr>
        <p:spPr>
          <a:xfrm flipH="1">
            <a:off x="5611305" y="3343355"/>
            <a:ext cx="932889" cy="541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D69CBCC6-737F-BC08-755F-C653AC22C66F}"/>
              </a:ext>
            </a:extLst>
          </p:cNvPr>
          <p:cNvSpPr txBox="1"/>
          <p:nvPr/>
        </p:nvSpPr>
        <p:spPr>
          <a:xfrm>
            <a:off x="6154228" y="3107102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F39662D0-83D7-8C2E-370C-8551D4473647}"/>
              </a:ext>
            </a:extLst>
          </p:cNvPr>
          <p:cNvSpPr/>
          <p:nvPr/>
        </p:nvSpPr>
        <p:spPr>
          <a:xfrm>
            <a:off x="6236665" y="2489340"/>
            <a:ext cx="1178686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GUID = peek .queue ?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881CFA5B-8136-BF06-4833-326E801751A8}"/>
              </a:ext>
            </a:extLst>
          </p:cNvPr>
          <p:cNvSpPr/>
          <p:nvPr/>
        </p:nvSpPr>
        <p:spPr>
          <a:xfrm>
            <a:off x="7981298" y="1839400"/>
            <a:ext cx="1205406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GUID in .queue ?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69560164-3A76-9001-5697-6EB7443B9A1A}"/>
              </a:ext>
            </a:extLst>
          </p:cNvPr>
          <p:cNvCxnSpPr>
            <a:cxnSpLocks/>
            <a:stCxn id="177" idx="3"/>
            <a:endCxn id="227" idx="1"/>
          </p:cNvCxnSpPr>
          <p:nvPr/>
        </p:nvCxnSpPr>
        <p:spPr>
          <a:xfrm>
            <a:off x="7407007" y="1993289"/>
            <a:ext cx="574291" cy="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Flowchart: Decision 234">
            <a:extLst>
              <a:ext uri="{FF2B5EF4-FFF2-40B4-BE49-F238E27FC236}">
                <a16:creationId xmlns:a16="http://schemas.microsoft.com/office/drawing/2014/main" id="{AEB2B882-4050-6E43-C810-DBF55AEDD486}"/>
              </a:ext>
            </a:extLst>
          </p:cNvPr>
          <p:cNvSpPr/>
          <p:nvPr/>
        </p:nvSpPr>
        <p:spPr>
          <a:xfrm>
            <a:off x="8299835" y="2466023"/>
            <a:ext cx="578280" cy="359110"/>
          </a:xfrm>
          <a:prstGeom prst="flowChartDecision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83E2258-82E9-3AE9-7FD1-08AABF1F920E}"/>
              </a:ext>
            </a:extLst>
          </p:cNvPr>
          <p:cNvCxnSpPr>
            <a:cxnSpLocks/>
            <a:stCxn id="227" idx="2"/>
            <a:endCxn id="235" idx="0"/>
          </p:cNvCxnSpPr>
          <p:nvPr/>
        </p:nvCxnSpPr>
        <p:spPr>
          <a:xfrm>
            <a:off x="8584001" y="2147178"/>
            <a:ext cx="4974" cy="318845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6F46EFF-8497-52EC-EF61-C50EA14A30C7}"/>
              </a:ext>
            </a:extLst>
          </p:cNvPr>
          <p:cNvSpPr/>
          <p:nvPr/>
        </p:nvSpPr>
        <p:spPr>
          <a:xfrm>
            <a:off x="9483060" y="1531622"/>
            <a:ext cx="1163213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Reply error</a:t>
            </a:r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F1DE9BD1-A655-702E-0C69-38AB5F617209}"/>
              </a:ext>
            </a:extLst>
          </p:cNvPr>
          <p:cNvCxnSpPr>
            <a:cxnSpLocks/>
            <a:stCxn id="243" idx="3"/>
            <a:endCxn id="106" idx="2"/>
          </p:cNvCxnSpPr>
          <p:nvPr/>
        </p:nvCxnSpPr>
        <p:spPr>
          <a:xfrm>
            <a:off x="10646273" y="1685511"/>
            <a:ext cx="451727" cy="3821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C034F32A-CF6D-EA0D-6515-01406D63E55E}"/>
              </a:ext>
            </a:extLst>
          </p:cNvPr>
          <p:cNvCxnSpPr>
            <a:cxnSpLocks/>
            <a:stCxn id="235" idx="3"/>
            <a:endCxn id="243" idx="2"/>
          </p:cNvCxnSpPr>
          <p:nvPr/>
        </p:nvCxnSpPr>
        <p:spPr>
          <a:xfrm flipV="1">
            <a:off x="8878115" y="1839400"/>
            <a:ext cx="1186552" cy="806178"/>
          </a:xfrm>
          <a:prstGeom prst="bentConnector2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AA9568B6-3EA7-90FF-ABF8-AECC1B8EAADA}"/>
              </a:ext>
            </a:extLst>
          </p:cNvPr>
          <p:cNvSpPr txBox="1"/>
          <p:nvPr/>
        </p:nvSpPr>
        <p:spPr>
          <a:xfrm>
            <a:off x="8900322" y="239776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B3216DDB-FD83-C775-74F1-5D2A2FCE7290}"/>
              </a:ext>
            </a:extLst>
          </p:cNvPr>
          <p:cNvCxnSpPr>
            <a:cxnSpLocks/>
            <a:stCxn id="235" idx="1"/>
            <a:endCxn id="226" idx="3"/>
          </p:cNvCxnSpPr>
          <p:nvPr/>
        </p:nvCxnSpPr>
        <p:spPr>
          <a:xfrm flipH="1" flipV="1">
            <a:off x="7415351" y="2643229"/>
            <a:ext cx="884484" cy="2349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6B6CEEB0-AEB6-AA96-65B5-3AD085CF4393}"/>
              </a:ext>
            </a:extLst>
          </p:cNvPr>
          <p:cNvSpPr txBox="1"/>
          <p:nvPr/>
        </p:nvSpPr>
        <p:spPr>
          <a:xfrm>
            <a:off x="7881888" y="2366229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0DF6252-E326-468A-59CC-3D957D9F6E81}"/>
              </a:ext>
            </a:extLst>
          </p:cNvPr>
          <p:cNvSpPr/>
          <p:nvPr/>
        </p:nvSpPr>
        <p:spPr>
          <a:xfrm>
            <a:off x="7981298" y="3194352"/>
            <a:ext cx="1163213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Token = .token ?</a:t>
            </a: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C58E94D9-F06B-61C8-86B9-E41AE96BF486}"/>
              </a:ext>
            </a:extLst>
          </p:cNvPr>
          <p:cNvCxnSpPr>
            <a:cxnSpLocks/>
            <a:stCxn id="202" idx="3"/>
            <a:endCxn id="277" idx="1"/>
          </p:cNvCxnSpPr>
          <p:nvPr/>
        </p:nvCxnSpPr>
        <p:spPr>
          <a:xfrm>
            <a:off x="7122474" y="3343355"/>
            <a:ext cx="858824" cy="4886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CDBB0C12-3018-59A1-8E96-AD1753CC6416}"/>
              </a:ext>
            </a:extLst>
          </p:cNvPr>
          <p:cNvCxnSpPr>
            <a:cxnSpLocks/>
            <a:stCxn id="288" idx="3"/>
            <a:endCxn id="243" idx="2"/>
          </p:cNvCxnSpPr>
          <p:nvPr/>
        </p:nvCxnSpPr>
        <p:spPr>
          <a:xfrm flipV="1">
            <a:off x="8859781" y="1839400"/>
            <a:ext cx="1204886" cy="2175765"/>
          </a:xfrm>
          <a:prstGeom prst="bentConnector2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45894055-B85F-6405-5EAB-9B156731FEFB}"/>
              </a:ext>
            </a:extLst>
          </p:cNvPr>
          <p:cNvSpPr txBox="1"/>
          <p:nvPr/>
        </p:nvSpPr>
        <p:spPr>
          <a:xfrm>
            <a:off x="8866385" y="371986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288" name="Flowchart: Decision 287">
            <a:extLst>
              <a:ext uri="{FF2B5EF4-FFF2-40B4-BE49-F238E27FC236}">
                <a16:creationId xmlns:a16="http://schemas.microsoft.com/office/drawing/2014/main" id="{2EA9FE6E-16D6-DC89-17AE-2781E01E4DAD}"/>
              </a:ext>
            </a:extLst>
          </p:cNvPr>
          <p:cNvSpPr/>
          <p:nvPr/>
        </p:nvSpPr>
        <p:spPr>
          <a:xfrm>
            <a:off x="8281501" y="3835610"/>
            <a:ext cx="578280" cy="359110"/>
          </a:xfrm>
          <a:prstGeom prst="flowChartDecision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92C89863-8B95-3E4D-74E5-1900B18918CA}"/>
              </a:ext>
            </a:extLst>
          </p:cNvPr>
          <p:cNvCxnSpPr>
            <a:cxnSpLocks/>
            <a:stCxn id="277" idx="2"/>
            <a:endCxn id="288" idx="0"/>
          </p:cNvCxnSpPr>
          <p:nvPr/>
        </p:nvCxnSpPr>
        <p:spPr>
          <a:xfrm>
            <a:off x="8562905" y="3502130"/>
            <a:ext cx="7736" cy="333480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EA903BB8-5783-D51D-BDBD-20488679ABBD}"/>
              </a:ext>
            </a:extLst>
          </p:cNvPr>
          <p:cNvCxnSpPr>
            <a:cxnSpLocks/>
            <a:stCxn id="288" idx="1"/>
            <a:endCxn id="95" idx="3"/>
          </p:cNvCxnSpPr>
          <p:nvPr/>
        </p:nvCxnSpPr>
        <p:spPr>
          <a:xfrm flipH="1" flipV="1">
            <a:off x="7428521" y="4013041"/>
            <a:ext cx="852980" cy="2124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007E1C9D-50C0-7887-4FA3-05130F1BDE4F}"/>
              </a:ext>
            </a:extLst>
          </p:cNvPr>
          <p:cNvCxnSpPr>
            <a:cxnSpLocks/>
            <a:stCxn id="132" idx="1"/>
            <a:endCxn id="249" idx="3"/>
          </p:cNvCxnSpPr>
          <p:nvPr/>
        </p:nvCxnSpPr>
        <p:spPr>
          <a:xfrm flipH="1">
            <a:off x="5603298" y="4682107"/>
            <a:ext cx="956826" cy="5271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BA1B7594-EBE6-D481-7A40-9DEA2A6D5682}"/>
              </a:ext>
            </a:extLst>
          </p:cNvPr>
          <p:cNvSpPr txBox="1"/>
          <p:nvPr/>
        </p:nvSpPr>
        <p:spPr>
          <a:xfrm>
            <a:off x="5746977" y="4439157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success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9A8BB3-29BE-4799-8731-AB6BE54F14FD}"/>
              </a:ext>
            </a:extLst>
          </p:cNvPr>
          <p:cNvSpPr/>
          <p:nvPr/>
        </p:nvSpPr>
        <p:spPr>
          <a:xfrm>
            <a:off x="7933843" y="4421521"/>
            <a:ext cx="1178686" cy="516023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Fill .token with &lt;time&gt; and flush .queue</a:t>
            </a: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58FC4805-CFE3-FD19-34CD-2C312CFCAA78}"/>
              </a:ext>
            </a:extLst>
          </p:cNvPr>
          <p:cNvCxnSpPr>
            <a:cxnSpLocks/>
            <a:stCxn id="132" idx="3"/>
            <a:endCxn id="328" idx="1"/>
          </p:cNvCxnSpPr>
          <p:nvPr/>
        </p:nvCxnSpPr>
        <p:spPr>
          <a:xfrm flipV="1">
            <a:off x="7138404" y="4679533"/>
            <a:ext cx="795439" cy="2574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332CE2E3-C08D-5AAE-5884-03CFD6E89C7B}"/>
              </a:ext>
            </a:extLst>
          </p:cNvPr>
          <p:cNvSpPr txBox="1"/>
          <p:nvPr/>
        </p:nvSpPr>
        <p:spPr>
          <a:xfrm>
            <a:off x="7176891" y="4298203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partial</a:t>
            </a:r>
            <a:br>
              <a:rPr lang="en-US" sz="1000" dirty="0"/>
            </a:br>
            <a:r>
              <a:rPr lang="en-US" sz="1000" dirty="0"/>
              <a:t>success</a:t>
            </a:r>
          </a:p>
        </p:txBody>
      </p:sp>
      <p:cxnSp>
        <p:nvCxnSpPr>
          <p:cNvPr id="334" name="Connector: Elbow 333">
            <a:extLst>
              <a:ext uri="{FF2B5EF4-FFF2-40B4-BE49-F238E27FC236}">
                <a16:creationId xmlns:a16="http://schemas.microsoft.com/office/drawing/2014/main" id="{B3EFAD1E-A119-E7E0-D58C-960EC3028F91}"/>
              </a:ext>
            </a:extLst>
          </p:cNvPr>
          <p:cNvCxnSpPr>
            <a:cxnSpLocks/>
            <a:stCxn id="328" idx="3"/>
            <a:endCxn id="243" idx="2"/>
          </p:cNvCxnSpPr>
          <p:nvPr/>
        </p:nvCxnSpPr>
        <p:spPr>
          <a:xfrm flipV="1">
            <a:off x="9112529" y="1839400"/>
            <a:ext cx="952138" cy="2840133"/>
          </a:xfrm>
          <a:prstGeom prst="bentConnector2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6D7A280-5E7B-6BFF-F588-0675C5ECC150}"/>
              </a:ext>
            </a:extLst>
          </p:cNvPr>
          <p:cNvSpPr/>
          <p:nvPr/>
        </p:nvSpPr>
        <p:spPr>
          <a:xfrm>
            <a:off x="10664049" y="2392123"/>
            <a:ext cx="1163213" cy="307778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Reply success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CA9ABEB-878C-CCC0-FD20-7440142402A6}"/>
              </a:ext>
            </a:extLst>
          </p:cNvPr>
          <p:cNvSpPr txBox="1"/>
          <p:nvPr/>
        </p:nvSpPr>
        <p:spPr>
          <a:xfrm>
            <a:off x="6912220" y="5011670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error</a:t>
            </a:r>
          </a:p>
        </p:txBody>
      </p:sp>
      <p:cxnSp>
        <p:nvCxnSpPr>
          <p:cNvPr id="347" name="Connector: Elbow 346">
            <a:extLst>
              <a:ext uri="{FF2B5EF4-FFF2-40B4-BE49-F238E27FC236}">
                <a16:creationId xmlns:a16="http://schemas.microsoft.com/office/drawing/2014/main" id="{D4014EA0-9D1B-C447-22B3-79C48E584AEF}"/>
              </a:ext>
            </a:extLst>
          </p:cNvPr>
          <p:cNvCxnSpPr>
            <a:cxnSpLocks/>
            <a:stCxn id="249" idx="2"/>
            <a:endCxn id="341" idx="2"/>
          </p:cNvCxnSpPr>
          <p:nvPr/>
        </p:nvCxnSpPr>
        <p:spPr>
          <a:xfrm rot="5400000" flipH="1" flipV="1">
            <a:off x="7007061" y="706794"/>
            <a:ext cx="2245488" cy="6231701"/>
          </a:xfrm>
          <a:prstGeom prst="bentConnector3">
            <a:avLst>
              <a:gd name="adj1" fmla="val -28652"/>
            </a:avLst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CDA40DB2-FC65-3B0A-42B0-5347F95C0772}"/>
              </a:ext>
            </a:extLst>
          </p:cNvPr>
          <p:cNvCxnSpPr>
            <a:cxnSpLocks/>
            <a:stCxn id="341" idx="0"/>
            <a:endCxn id="106" idx="4"/>
          </p:cNvCxnSpPr>
          <p:nvPr/>
        </p:nvCxnSpPr>
        <p:spPr>
          <a:xfrm flipH="1" flipV="1">
            <a:off x="11239732" y="1826492"/>
            <a:ext cx="5924" cy="565631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4" name="TextBox 353">
            <a:extLst>
              <a:ext uri="{FF2B5EF4-FFF2-40B4-BE49-F238E27FC236}">
                <a16:creationId xmlns:a16="http://schemas.microsoft.com/office/drawing/2014/main" id="{782FF9ED-F706-35C8-E654-075BB8B8887B}"/>
              </a:ext>
            </a:extLst>
          </p:cNvPr>
          <p:cNvSpPr txBox="1"/>
          <p:nvPr/>
        </p:nvSpPr>
        <p:spPr>
          <a:xfrm>
            <a:off x="7264678" y="3097675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756013F3-3EEB-499C-F583-F886D9C2F228}"/>
              </a:ext>
            </a:extLst>
          </p:cNvPr>
          <p:cNvSpPr txBox="1"/>
          <p:nvPr/>
        </p:nvSpPr>
        <p:spPr>
          <a:xfrm>
            <a:off x="7905132" y="3710375"/>
            <a:ext cx="372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9CA2EFFB-835B-4E8D-C3AC-91AC3E013418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2194983" y="1605930"/>
            <a:ext cx="6953" cy="299898"/>
          </a:xfrm>
          <a:prstGeom prst="straightConnector1">
            <a:avLst/>
          </a:prstGeom>
          <a:solidFill>
            <a:srgbClr val="FFC000"/>
          </a:solidFill>
          <a:ln>
            <a:solidFill>
              <a:srgbClr val="F7A41D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4" name="Oval 363">
            <a:extLst>
              <a:ext uri="{FF2B5EF4-FFF2-40B4-BE49-F238E27FC236}">
                <a16:creationId xmlns:a16="http://schemas.microsoft.com/office/drawing/2014/main" id="{F6D638F3-E018-C1C2-1C18-B2B6E0B3AB5B}"/>
              </a:ext>
            </a:extLst>
          </p:cNvPr>
          <p:cNvSpPr/>
          <p:nvPr/>
        </p:nvSpPr>
        <p:spPr>
          <a:xfrm>
            <a:off x="4873055" y="1862713"/>
            <a:ext cx="283464" cy="274320"/>
          </a:xfrm>
          <a:prstGeom prst="ellipse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F447DF4-D589-970E-86B6-B1D2097C355C}"/>
              </a:ext>
            </a:extLst>
          </p:cNvPr>
          <p:cNvSpPr txBox="1"/>
          <p:nvPr/>
        </p:nvSpPr>
        <p:spPr>
          <a:xfrm>
            <a:off x="4730320" y="2225780"/>
            <a:ext cx="555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10907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BFEE0C-D4A6-5743-FF1C-47349F10A3A4}"/>
              </a:ext>
            </a:extLst>
          </p:cNvPr>
          <p:cNvSpPr/>
          <p:nvPr/>
        </p:nvSpPr>
        <p:spPr>
          <a:xfrm>
            <a:off x="2734056" y="1574715"/>
            <a:ext cx="1375752" cy="25325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272C2-446A-2404-BA25-EE92F83C082C}"/>
              </a:ext>
            </a:extLst>
          </p:cNvPr>
          <p:cNvSpPr/>
          <p:nvPr/>
        </p:nvSpPr>
        <p:spPr>
          <a:xfrm>
            <a:off x="4279393" y="1567810"/>
            <a:ext cx="3685032" cy="25325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FE3C7-8974-F857-3E40-E0C94A068FFF}"/>
              </a:ext>
            </a:extLst>
          </p:cNvPr>
          <p:cNvSpPr/>
          <p:nvPr/>
        </p:nvSpPr>
        <p:spPr>
          <a:xfrm>
            <a:off x="2734056" y="5788152"/>
            <a:ext cx="8129016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B6A45-1FD2-DD87-206B-D2ECAA332996}"/>
              </a:ext>
            </a:extLst>
          </p:cNvPr>
          <p:cNvSpPr/>
          <p:nvPr/>
        </p:nvSpPr>
        <p:spPr>
          <a:xfrm>
            <a:off x="2734056" y="5147071"/>
            <a:ext cx="525282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WSL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3460D-4351-A84A-52D6-483916147811}"/>
              </a:ext>
            </a:extLst>
          </p:cNvPr>
          <p:cNvSpPr/>
          <p:nvPr/>
        </p:nvSpPr>
        <p:spPr>
          <a:xfrm>
            <a:off x="2734056" y="4505991"/>
            <a:ext cx="525282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1BB87-822F-32D0-FAC7-89DF9538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24" y="5053202"/>
            <a:ext cx="763150" cy="60979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13C0554-E7CF-B9F6-3512-AD30EF88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24" y="5662992"/>
            <a:ext cx="760666" cy="76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FED88B3-606A-BA82-F1CC-41B8AC8A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662" y="4443412"/>
            <a:ext cx="609790" cy="6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zig - Discord Emoji">
            <a:extLst>
              <a:ext uri="{FF2B5EF4-FFF2-40B4-BE49-F238E27FC236}">
                <a16:creationId xmlns:a16="http://schemas.microsoft.com/office/drawing/2014/main" id="{5C3B3F9F-BED4-5310-7A6A-B46CF2B0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177" y="2602663"/>
            <a:ext cx="579218" cy="57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9D2453C-3682-7C7E-1628-242131CB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109" y="444341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Jupyter – Wikipedie">
            <a:extLst>
              <a:ext uri="{FF2B5EF4-FFF2-40B4-BE49-F238E27FC236}">
                <a16:creationId xmlns:a16="http://schemas.microsoft.com/office/drawing/2014/main" id="{5FDAF025-1D05-DBB0-EC12-DECFCDC5A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55" y="1671213"/>
            <a:ext cx="484275" cy="56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Docker-icon - Free vector icons on creazilla.com">
            <a:extLst>
              <a:ext uri="{FF2B5EF4-FFF2-40B4-BE49-F238E27FC236}">
                <a16:creationId xmlns:a16="http://schemas.microsoft.com/office/drawing/2014/main" id="{3C8AF6D6-514C-0736-CBFD-30BB01039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55" y="4178523"/>
            <a:ext cx="689008" cy="49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1F8C096-C70B-EF4B-46F8-31D6BBB0EFAC}"/>
              </a:ext>
            </a:extLst>
          </p:cNvPr>
          <p:cNvGrpSpPr/>
          <p:nvPr/>
        </p:nvGrpSpPr>
        <p:grpSpPr>
          <a:xfrm>
            <a:off x="5031754" y="3373892"/>
            <a:ext cx="1583647" cy="579218"/>
            <a:chOff x="4478716" y="3318207"/>
            <a:chExt cx="959573" cy="579218"/>
          </a:xfrm>
        </p:grpSpPr>
        <p:sp>
          <p:nvSpPr>
            <p:cNvPr id="40" name="Flowchart: Magnetic Disk 39">
              <a:extLst>
                <a:ext uri="{FF2B5EF4-FFF2-40B4-BE49-F238E27FC236}">
                  <a16:creationId xmlns:a16="http://schemas.microsoft.com/office/drawing/2014/main" id="{B9374897-2B6B-9ED3-8AF3-7C5548A53628}"/>
                </a:ext>
              </a:extLst>
            </p:cNvPr>
            <p:cNvSpPr/>
            <p:nvPr/>
          </p:nvSpPr>
          <p:spPr>
            <a:xfrm>
              <a:off x="4478716" y="3318207"/>
              <a:ext cx="827129" cy="579218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rgbClr val="F7A4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AE57AE-5E25-F559-8203-EF825ECDCB6D}"/>
                </a:ext>
              </a:extLst>
            </p:cNvPr>
            <p:cNvSpPr txBox="1"/>
            <p:nvPr/>
          </p:nvSpPr>
          <p:spPr>
            <a:xfrm>
              <a:off x="4639672" y="3452645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LMDB</a:t>
              </a:r>
            </a:p>
          </p:txBody>
        </p:sp>
      </p:grpSp>
      <p:pic>
        <p:nvPicPr>
          <p:cNvPr id="13" name="Picture 18" descr="Python - Download free icons">
            <a:extLst>
              <a:ext uri="{FF2B5EF4-FFF2-40B4-BE49-F238E27FC236}">
                <a16:creationId xmlns:a16="http://schemas.microsoft.com/office/drawing/2014/main" id="{402A33F3-D541-A362-E8B6-8683703E5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191" y="1737531"/>
            <a:ext cx="827129" cy="8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Chrome Logo and symbol, meaning, history, PNG, brand">
            <a:extLst>
              <a:ext uri="{FF2B5EF4-FFF2-40B4-BE49-F238E27FC236}">
                <a16:creationId xmlns:a16="http://schemas.microsoft.com/office/drawing/2014/main" id="{99CE875F-3B3E-9490-3BD8-CABF20459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559" y="1968665"/>
            <a:ext cx="708500" cy="53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reamlit SVG and transparent PNG icons | TechIcons">
            <a:extLst>
              <a:ext uri="{FF2B5EF4-FFF2-40B4-BE49-F238E27FC236}">
                <a16:creationId xmlns:a16="http://schemas.microsoft.com/office/drawing/2014/main" id="{40D6D7A0-A4F9-83D3-6ED6-744E46EF0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55" y="2178644"/>
            <a:ext cx="490327" cy="46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91AC10E0-B6F3-F62C-E831-C834B648C91B}"/>
              </a:ext>
            </a:extLst>
          </p:cNvPr>
          <p:cNvSpPr/>
          <p:nvPr/>
        </p:nvSpPr>
        <p:spPr>
          <a:xfrm rot="10800000">
            <a:off x="6311085" y="2001971"/>
            <a:ext cx="687465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E2F2203-D6AD-B3BD-AC24-F78A7132FDE1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19393"/>
          <a:stretch/>
        </p:blipFill>
        <p:spPr>
          <a:xfrm>
            <a:off x="5306088" y="534672"/>
            <a:ext cx="898895" cy="61569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36DE0CC3-8CC4-B315-CEB7-76B7061389A7}"/>
              </a:ext>
            </a:extLst>
          </p:cNvPr>
          <p:cNvSpPr/>
          <p:nvPr/>
        </p:nvSpPr>
        <p:spPr>
          <a:xfrm rot="10800000">
            <a:off x="3915882" y="2022192"/>
            <a:ext cx="1327768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8DBF4F4F-01CE-48F4-9F84-6213A7916440}"/>
              </a:ext>
            </a:extLst>
          </p:cNvPr>
          <p:cNvSpPr/>
          <p:nvPr/>
        </p:nvSpPr>
        <p:spPr>
          <a:xfrm rot="5400000">
            <a:off x="5481056" y="1352601"/>
            <a:ext cx="473609" cy="221000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4123C7-2A13-0555-77C9-24C14A3FC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252" y="2317700"/>
            <a:ext cx="915360" cy="24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BCF9D60-1D10-1D2E-F580-241E6A06F9A7}"/>
              </a:ext>
            </a:extLst>
          </p:cNvPr>
          <p:cNvSpPr/>
          <p:nvPr/>
        </p:nvSpPr>
        <p:spPr>
          <a:xfrm rot="16200000">
            <a:off x="5748586" y="2760385"/>
            <a:ext cx="830196" cy="221001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E55BE162-E160-0B7D-EA72-632CE91EB26C}"/>
              </a:ext>
            </a:extLst>
          </p:cNvPr>
          <p:cNvSpPr/>
          <p:nvPr/>
        </p:nvSpPr>
        <p:spPr>
          <a:xfrm rot="10800000" flipH="1">
            <a:off x="3915321" y="2648864"/>
            <a:ext cx="1365067" cy="591992"/>
          </a:xfrm>
          <a:prstGeom prst="bentUpArrow">
            <a:avLst>
              <a:gd name="adj1" fmla="val 17571"/>
              <a:gd name="adj2" fmla="val 20733"/>
              <a:gd name="adj3" fmla="val 21033"/>
            </a:avLst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A828CD-B548-C054-58C4-E8891C83F0EC}"/>
              </a:ext>
            </a:extLst>
          </p:cNvPr>
          <p:cNvSpPr txBox="1"/>
          <p:nvPr/>
        </p:nvSpPr>
        <p:spPr>
          <a:xfrm>
            <a:off x="7131642" y="3779981"/>
            <a:ext cx="855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backend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5C018B-39D3-E9D6-A9D6-8B783AF4D427}"/>
              </a:ext>
            </a:extLst>
          </p:cNvPr>
          <p:cNvSpPr txBox="1"/>
          <p:nvPr/>
        </p:nvSpPr>
        <p:spPr>
          <a:xfrm>
            <a:off x="3584638" y="3803684"/>
            <a:ext cx="522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nats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517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8272C2-446A-2404-BA25-EE92F83C082C}"/>
              </a:ext>
            </a:extLst>
          </p:cNvPr>
          <p:cNvSpPr/>
          <p:nvPr/>
        </p:nvSpPr>
        <p:spPr>
          <a:xfrm>
            <a:off x="2578036" y="2713839"/>
            <a:ext cx="3351000" cy="9379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FE3C7-8974-F857-3E40-E0C94A068FFF}"/>
              </a:ext>
            </a:extLst>
          </p:cNvPr>
          <p:cNvSpPr/>
          <p:nvPr/>
        </p:nvSpPr>
        <p:spPr>
          <a:xfrm>
            <a:off x="2743200" y="5202936"/>
            <a:ext cx="8129016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B6A45-1FD2-DD87-206B-D2ECAA332996}"/>
              </a:ext>
            </a:extLst>
          </p:cNvPr>
          <p:cNvSpPr/>
          <p:nvPr/>
        </p:nvSpPr>
        <p:spPr>
          <a:xfrm>
            <a:off x="2743200" y="4561855"/>
            <a:ext cx="310896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WSL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F3460D-4351-A84A-52D6-483916147811}"/>
              </a:ext>
            </a:extLst>
          </p:cNvPr>
          <p:cNvSpPr/>
          <p:nvPr/>
        </p:nvSpPr>
        <p:spPr>
          <a:xfrm>
            <a:off x="2743200" y="3920775"/>
            <a:ext cx="3108960" cy="484632"/>
          </a:xfrm>
          <a:prstGeom prst="rect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A1BB87-822F-32D0-FAC7-89DF9538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4467986"/>
            <a:ext cx="763150" cy="60979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13C0554-E7CF-B9F6-3512-AD30EF88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808" y="5077776"/>
            <a:ext cx="760666" cy="76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FED88B3-606A-BA82-F1CC-41B8AC8A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246" y="3858196"/>
            <a:ext cx="609790" cy="6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zig - Discord Emoji">
            <a:extLst>
              <a:ext uri="{FF2B5EF4-FFF2-40B4-BE49-F238E27FC236}">
                <a16:creationId xmlns:a16="http://schemas.microsoft.com/office/drawing/2014/main" id="{5C3B3F9F-BED4-5310-7A6A-B46CF2B01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047" y="2882309"/>
            <a:ext cx="579218" cy="57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9D2453C-3682-7C7E-1628-242131CB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383" y="386199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hrome Logo and symbol, meaning, history, PNG, brand">
            <a:extLst>
              <a:ext uri="{FF2B5EF4-FFF2-40B4-BE49-F238E27FC236}">
                <a16:creationId xmlns:a16="http://schemas.microsoft.com/office/drawing/2014/main" id="{8DB01E8C-8908-BE0C-ABC1-3C9A929F5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350" y="1545336"/>
            <a:ext cx="866833" cy="65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76E1112B-BE5A-6737-559C-D10536B99E1F}"/>
              </a:ext>
            </a:extLst>
          </p:cNvPr>
          <p:cNvSpPr/>
          <p:nvPr/>
        </p:nvSpPr>
        <p:spPr>
          <a:xfrm>
            <a:off x="1317458" y="2110708"/>
            <a:ext cx="887656" cy="760666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811D3-6CAB-C7D3-60FC-DF5F2D04F93F}"/>
              </a:ext>
            </a:extLst>
          </p:cNvPr>
          <p:cNvSpPr txBox="1"/>
          <p:nvPr/>
        </p:nvSpPr>
        <p:spPr>
          <a:xfrm>
            <a:off x="2760846" y="1771999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LMDB</a:t>
            </a:r>
          </a:p>
        </p:txBody>
      </p:sp>
      <p:pic>
        <p:nvPicPr>
          <p:cNvPr id="1042" name="Picture 18" descr="Python - Download free icons">
            <a:extLst>
              <a:ext uri="{FF2B5EF4-FFF2-40B4-BE49-F238E27FC236}">
                <a16:creationId xmlns:a16="http://schemas.microsoft.com/office/drawing/2014/main" id="{98F48381-A4B2-1E68-CE8C-7E53B3624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379" y="2732300"/>
            <a:ext cx="827129" cy="82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ress Kit">
            <a:extLst>
              <a:ext uri="{FF2B5EF4-FFF2-40B4-BE49-F238E27FC236}">
                <a16:creationId xmlns:a16="http://schemas.microsoft.com/office/drawing/2014/main" id="{53B3789C-664C-22BB-056C-C9ECD1E3C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474" y="1769298"/>
            <a:ext cx="514731" cy="45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velte SVG and transparent PNG icons ...">
            <a:extLst>
              <a:ext uri="{FF2B5EF4-FFF2-40B4-BE49-F238E27FC236}">
                <a16:creationId xmlns:a16="http://schemas.microsoft.com/office/drawing/2014/main" id="{105B69E8-992D-C90F-76EE-37FA096D2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349" y="1569472"/>
            <a:ext cx="743632" cy="74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Jupyter – Wikipedie">
            <a:extLst>
              <a:ext uri="{FF2B5EF4-FFF2-40B4-BE49-F238E27FC236}">
                <a16:creationId xmlns:a16="http://schemas.microsoft.com/office/drawing/2014/main" id="{5FDAF025-1D05-DBB0-EC12-DECFCDC5A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334" y="2656919"/>
            <a:ext cx="747287" cy="86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AC0D8117-A595-C4F3-3391-F42B49A94004}"/>
              </a:ext>
            </a:extLst>
          </p:cNvPr>
          <p:cNvSpPr/>
          <p:nvPr/>
        </p:nvSpPr>
        <p:spPr>
          <a:xfrm>
            <a:off x="6076565" y="1781647"/>
            <a:ext cx="840861" cy="329184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50" name="Picture 26" descr="Docker-icon - Free vector icons on creazilla.com">
            <a:extLst>
              <a:ext uri="{FF2B5EF4-FFF2-40B4-BE49-F238E27FC236}">
                <a16:creationId xmlns:a16="http://schemas.microsoft.com/office/drawing/2014/main" id="{3C8AF6D6-514C-0736-CBFD-30BB01039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126" y="3608334"/>
            <a:ext cx="689008" cy="49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13B704-EEB5-3098-EF6B-0D797221F379}"/>
              </a:ext>
            </a:extLst>
          </p:cNvPr>
          <p:cNvSpPr/>
          <p:nvPr/>
        </p:nvSpPr>
        <p:spPr>
          <a:xfrm>
            <a:off x="2578035" y="1472848"/>
            <a:ext cx="3331869" cy="9379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7B97356-19C9-904C-0EA7-AB5C3D799B25}"/>
              </a:ext>
            </a:extLst>
          </p:cNvPr>
          <p:cNvSpPr/>
          <p:nvPr/>
        </p:nvSpPr>
        <p:spPr>
          <a:xfrm>
            <a:off x="4607820" y="1769299"/>
            <a:ext cx="233466" cy="374588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AE57AE-5E25-F559-8203-EF825ECDCB6D}"/>
              </a:ext>
            </a:extLst>
          </p:cNvPr>
          <p:cNvSpPr txBox="1"/>
          <p:nvPr/>
        </p:nvSpPr>
        <p:spPr>
          <a:xfrm>
            <a:off x="2750726" y="2998639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LMDB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56A3668-0F53-0588-CCFA-F8A6A7C583A1}"/>
              </a:ext>
            </a:extLst>
          </p:cNvPr>
          <p:cNvSpPr/>
          <p:nvPr/>
        </p:nvSpPr>
        <p:spPr>
          <a:xfrm>
            <a:off x="3622582" y="1821973"/>
            <a:ext cx="233466" cy="374588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5CFF0156-ECF5-4380-BDEE-CF954ACD4708}"/>
              </a:ext>
            </a:extLst>
          </p:cNvPr>
          <p:cNvSpPr/>
          <p:nvPr/>
        </p:nvSpPr>
        <p:spPr>
          <a:xfrm rot="1776102">
            <a:off x="2210940" y="2765466"/>
            <a:ext cx="584367" cy="386902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049415E-B64A-3C08-8767-DBFD84FA26CE}"/>
              </a:ext>
            </a:extLst>
          </p:cNvPr>
          <p:cNvSpPr/>
          <p:nvPr/>
        </p:nvSpPr>
        <p:spPr>
          <a:xfrm rot="20379717">
            <a:off x="2349057" y="1943634"/>
            <a:ext cx="404945" cy="374588"/>
          </a:xfrm>
          <a:prstGeom prst="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2544DED1-3AEF-F6A2-BB93-23A9BB19E2A9}"/>
              </a:ext>
            </a:extLst>
          </p:cNvPr>
          <p:cNvSpPr/>
          <p:nvPr/>
        </p:nvSpPr>
        <p:spPr>
          <a:xfrm>
            <a:off x="3501697" y="2963968"/>
            <a:ext cx="488456" cy="386902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87977F38-A9C2-D8CD-1F95-E61E5DC38749}"/>
              </a:ext>
            </a:extLst>
          </p:cNvPr>
          <p:cNvSpPr/>
          <p:nvPr/>
        </p:nvSpPr>
        <p:spPr>
          <a:xfrm>
            <a:off x="4677695" y="2968101"/>
            <a:ext cx="488456" cy="386902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D8C3BAD6-B74E-D56E-1225-BA09B0885DC2}"/>
              </a:ext>
            </a:extLst>
          </p:cNvPr>
          <p:cNvSpPr/>
          <p:nvPr/>
        </p:nvSpPr>
        <p:spPr>
          <a:xfrm rot="5400000">
            <a:off x="4028512" y="2363881"/>
            <a:ext cx="488456" cy="386902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B777D791-1F7B-E8A0-5CAC-D3BFC8C910A9}"/>
              </a:ext>
            </a:extLst>
          </p:cNvPr>
          <p:cNvSpPr/>
          <p:nvPr/>
        </p:nvSpPr>
        <p:spPr>
          <a:xfrm>
            <a:off x="5997116" y="2922846"/>
            <a:ext cx="906798" cy="386902"/>
          </a:xfrm>
          <a:prstGeom prst="leftRightArrow">
            <a:avLst/>
          </a:prstGeom>
          <a:solidFill>
            <a:srgbClr val="FFC000"/>
          </a:solidFill>
          <a:ln>
            <a:solidFill>
              <a:srgbClr val="F7A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3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2798</TotalTime>
  <Words>254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Photon Energy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creator>Martin Buhler</dc:creator>
  <cp:lastModifiedBy>Martin Buhler</cp:lastModifiedBy>
  <cp:revision>1</cp:revision>
  <dcterms:created xsi:type="dcterms:W3CDTF">2025-04-04T17:51:18Z</dcterms:created>
  <dcterms:modified xsi:type="dcterms:W3CDTF">2026-01-10T09:36:21Z</dcterms:modified>
</cp:coreProperties>
</file>